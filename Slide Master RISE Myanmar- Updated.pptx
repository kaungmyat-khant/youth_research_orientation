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slides/slide63.xml" ContentType="application/vnd.openxmlformats-officedocument.presentationml.slide+xml"/>
  <Override PartName="/ppt/slides/slide64.xml" ContentType="application/vnd.openxmlformats-officedocument.presentationml.slide+xml"/>
  <Override PartName="/ppt/slides/slide65.xml" ContentType="application/vnd.openxmlformats-officedocument.presentationml.slide+xml"/>
  <Override PartName="/ppt/slides/slide66.xml" ContentType="application/vnd.openxmlformats-officedocument.presentationml.slide+xml"/>
  <Override PartName="/ppt/slides/slide67.xml" ContentType="application/vnd.openxmlformats-officedocument.presentationml.slide+xml"/>
  <Override PartName="/ppt/slides/slide68.xml" ContentType="application/vnd.openxmlformats-officedocument.presentationml.slide+xml"/>
  <Override PartName="/ppt/slides/slide69.xml" ContentType="application/vnd.openxmlformats-officedocument.presentationml.slide+xml"/>
  <Override PartName="/ppt/slides/slide70.xml" ContentType="application/vnd.openxmlformats-officedocument.presentationml.slide+xml"/>
  <Override PartName="/ppt/slides/slide71.xml" ContentType="application/vnd.openxmlformats-officedocument.presentationml.slide+xml"/>
  <Override PartName="/ppt/slides/slide72.xml" ContentType="application/vnd.openxmlformats-officedocument.presentationml.slide+xml"/>
  <Override PartName="/ppt/slides/slide73.xml" ContentType="application/vnd.openxmlformats-officedocument.presentationml.slide+xml"/>
  <Override PartName="/ppt/slides/slide74.xml" ContentType="application/vnd.openxmlformats-officedocument.presentationml.slide+xml"/>
  <Override PartName="/ppt/slides/slide75.xml" ContentType="application/vnd.openxmlformats-officedocument.presentationml.slide+xml"/>
  <Override PartName="/ppt/slides/slide76.xml" ContentType="application/vnd.openxmlformats-officedocument.presentationml.slide+xml"/>
  <Override PartName="/ppt/slides/slide77.xml" ContentType="application/vnd.openxmlformats-officedocument.presentationml.slide+xml"/>
  <Override PartName="/ppt/slides/slide78.xml" ContentType="application/vnd.openxmlformats-officedocument.presentationml.slide+xml"/>
  <Override PartName="/ppt/slides/slide79.xml" ContentType="application/vnd.openxmlformats-officedocument.presentationml.slide+xml"/>
  <Override PartName="/ppt/slides/slide80.xml" ContentType="application/vnd.openxmlformats-officedocument.presentationml.slide+xml"/>
  <Override PartName="/ppt/slides/slide81.xml" ContentType="application/vnd.openxmlformats-officedocument.presentationml.slide+xml"/>
  <Override PartName="/ppt/slides/slide82.xml" ContentType="application/vnd.openxmlformats-officedocument.presentationml.slide+xml"/>
  <Override PartName="/ppt/slides/slide83.xml" ContentType="application/vnd.openxmlformats-officedocument.presentationml.slide+xml"/>
  <Override PartName="/ppt/slides/slide84.xml" ContentType="application/vnd.openxmlformats-officedocument.presentationml.slide+xml"/>
  <Override PartName="/ppt/slides/slide85.xml" ContentType="application/vnd.openxmlformats-officedocument.presentationml.slide+xml"/>
  <Override PartName="/ppt/slides/slide86.xml" ContentType="application/vnd.openxmlformats-officedocument.presentationml.slide+xml"/>
  <Override PartName="/ppt/slides/slide87.xml" ContentType="application/vnd.openxmlformats-officedocument.presentationml.slide+xml"/>
  <Override PartName="/ppt/slides/slide88.xml" ContentType="application/vnd.openxmlformats-officedocument.presentationml.slide+xml"/>
  <Override PartName="/ppt/slides/slide89.xml" ContentType="application/vnd.openxmlformats-officedocument.presentationml.slide+xml"/>
  <Override PartName="/ppt/slides/slide90.xml" ContentType="application/vnd.openxmlformats-officedocument.presentationml.slide+xml"/>
  <Override PartName="/ppt/slides/slide91.xml" ContentType="application/vnd.openxmlformats-officedocument.presentationml.slide+xml"/>
  <Override PartName="/ppt/slides/slide92.xml" ContentType="application/vnd.openxmlformats-officedocument.presentationml.slide+xml"/>
  <Override PartName="/ppt/slides/slide93.xml" ContentType="application/vnd.openxmlformats-officedocument.presentationml.slide+xml"/>
  <Override PartName="/ppt/slides/slide94.xml" ContentType="application/vnd.openxmlformats-officedocument.presentationml.slide+xml"/>
  <Override PartName="/ppt/slides/slide95.xml" ContentType="application/vnd.openxmlformats-officedocument.presentationml.slide+xml"/>
  <Override PartName="/ppt/slides/slide9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62.xml" ContentType="application/vnd.openxmlformats-officedocument.presentationml.slideLayout+xml"/>
  <Override PartName="/ppt/slideLayouts/slideLayout63.xml" ContentType="application/vnd.openxmlformats-officedocument.presentationml.slideLayout+xml"/>
  <Override PartName="/ppt/slideLayouts/slideLayout64.xml" ContentType="application/vnd.openxmlformats-officedocument.presentationml.slideLayout+xml"/>
  <Override PartName="/ppt/slideLayouts/slideLayout65.xml" ContentType="application/vnd.openxmlformats-officedocument.presentationml.slideLayout+xml"/>
  <Override PartName="/ppt/slideLayouts/slideLayout66.xml" ContentType="application/vnd.openxmlformats-officedocument.presentationml.slideLayout+xml"/>
  <Override PartName="/ppt/slideLayouts/slideLayout67.xml" ContentType="application/vnd.openxmlformats-officedocument.presentationml.slideLayout+xml"/>
  <Override PartName="/ppt/slideLayouts/slideLayout68.xml" ContentType="application/vnd.openxmlformats-officedocument.presentationml.slideLayout+xml"/>
  <Override PartName="/ppt/slideLayouts/slideLayout69.xml" ContentType="application/vnd.openxmlformats-officedocument.presentationml.slideLayout+xml"/>
  <Override PartName="/ppt/slideLayouts/slideLayout70.xml" ContentType="application/vnd.openxmlformats-officedocument.presentationml.slideLayout+xml"/>
  <Override PartName="/ppt/slideLayouts/slideLayout71.xml" ContentType="application/vnd.openxmlformats-officedocument.presentationml.slideLayout+xml"/>
  <Override PartName="/ppt/slideLayouts/slideLayout72.xml" ContentType="application/vnd.openxmlformats-officedocument.presentationml.slideLayout+xml"/>
  <Override PartName="/ppt/slideLayouts/slideLayout73.xml" ContentType="application/vnd.openxmlformats-officedocument.presentationml.slideLayout+xml"/>
  <Override PartName="/ppt/slideLayouts/slideLayout74.xml" ContentType="application/vnd.openxmlformats-officedocument.presentationml.slideLayout+xml"/>
  <Override PartName="/ppt/slideLayouts/slideLayout75.xml" ContentType="application/vnd.openxmlformats-officedocument.presentationml.slideLayout+xml"/>
  <Override PartName="/ppt/slideLayouts/slideLayout76.xml" ContentType="application/vnd.openxmlformats-officedocument.presentationml.slideLayout+xml"/>
  <Override PartName="/ppt/slideLayouts/slideLayout77.xml" ContentType="application/vnd.openxmlformats-officedocument.presentationml.slideLayout+xml"/>
  <Override PartName="/ppt/slideLayouts/slideLayout78.xml" ContentType="application/vnd.openxmlformats-officedocument.presentationml.slideLayout+xml"/>
  <Override PartName="/ppt/slideLayouts/slideLayout79.xml" ContentType="application/vnd.openxmlformats-officedocument.presentationml.slideLayout+xml"/>
  <Override PartName="/ppt/slideLayouts/slideLayout80.xml" ContentType="application/vnd.openxmlformats-officedocument.presentationml.slideLayout+xml"/>
  <Override PartName="/ppt/slideLayouts/slideLayout81.xml" ContentType="application/vnd.openxmlformats-officedocument.presentationml.slideLayout+xml"/>
  <Override PartName="/ppt/slideLayouts/slideLayout82.xml" ContentType="application/vnd.openxmlformats-officedocument.presentationml.slideLayout+xml"/>
  <Override PartName="/ppt/slideLayouts/slideLayout83.xml" ContentType="application/vnd.openxmlformats-officedocument.presentationml.slideLayout+xml"/>
  <Override PartName="/ppt/slideLayouts/slideLayout84.xml" ContentType="application/vnd.openxmlformats-officedocument.presentationml.slideLayout+xml"/>
  <Override PartName="/ppt/slideLayouts/slideLayout85.xml" ContentType="application/vnd.openxmlformats-officedocument.presentationml.slideLayout+xml"/>
  <Override PartName="/ppt/slideLayouts/slideLayout86.xml" ContentType="application/vnd.openxmlformats-officedocument.presentationml.slideLayout+xml"/>
  <Override PartName="/ppt/slideLayouts/slideLayout87.xml" ContentType="application/vnd.openxmlformats-officedocument.presentationml.slideLayout+xml"/>
  <Override PartName="/ppt/slideLayouts/slideLayout88.xml" ContentType="application/vnd.openxmlformats-officedocument.presentationml.slideLayout+xml"/>
  <Override PartName="/ppt/slideLayouts/slideLayout89.xml" ContentType="application/vnd.openxmlformats-officedocument.presentationml.slideLayout+xml"/>
  <Override PartName="/ppt/slideLayouts/slideLayout90.xml" ContentType="application/vnd.openxmlformats-officedocument.presentationml.slideLayout+xml"/>
  <Override PartName="/ppt/slideLayouts/slideLayout91.xml" ContentType="application/vnd.openxmlformats-officedocument.presentationml.slideLayout+xml"/>
  <Override PartName="/ppt/slideLayouts/slideLayout92.xml" ContentType="application/vnd.openxmlformats-officedocument.presentationml.slideLayout+xml"/>
  <Override PartName="/ppt/slideLayouts/slideLayout93.xml" ContentType="application/vnd.openxmlformats-officedocument.presentationml.slideLayout+xml"/>
  <Override PartName="/ppt/slideLayouts/slideLayout94.xml" ContentType="application/vnd.openxmlformats-officedocument.presentationml.slideLayout+xml"/>
  <Override PartName="/ppt/slideLayouts/slideLayout95.xml" ContentType="application/vnd.openxmlformats-officedocument.presentationml.slideLayout+xml"/>
  <Override PartName="/ppt/theme/theme2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  <p:sldMasterId id="2147483707" r:id="rId2"/>
  </p:sldMasterIdLst>
  <p:sldIdLst>
    <p:sldId id="356" r:id="rId3"/>
    <p:sldId id="358" r:id="rId4"/>
    <p:sldId id="359" r:id="rId5"/>
    <p:sldId id="360" r:id="rId6"/>
    <p:sldId id="361" r:id="rId7"/>
    <p:sldId id="362" r:id="rId8"/>
    <p:sldId id="363" r:id="rId9"/>
    <p:sldId id="364" r:id="rId10"/>
    <p:sldId id="365" r:id="rId11"/>
    <p:sldId id="366" r:id="rId12"/>
    <p:sldId id="367" r:id="rId13"/>
    <p:sldId id="368" r:id="rId14"/>
    <p:sldId id="369" r:id="rId15"/>
    <p:sldId id="370" r:id="rId16"/>
    <p:sldId id="371" r:id="rId17"/>
    <p:sldId id="372" r:id="rId18"/>
    <p:sldId id="373" r:id="rId19"/>
    <p:sldId id="374" r:id="rId20"/>
    <p:sldId id="375" r:id="rId21"/>
    <p:sldId id="376" r:id="rId22"/>
    <p:sldId id="377" r:id="rId23"/>
    <p:sldId id="378" r:id="rId24"/>
    <p:sldId id="379" r:id="rId25"/>
    <p:sldId id="380" r:id="rId26"/>
    <p:sldId id="381" r:id="rId27"/>
    <p:sldId id="382" r:id="rId28"/>
    <p:sldId id="383" r:id="rId29"/>
    <p:sldId id="384" r:id="rId30"/>
    <p:sldId id="385" r:id="rId31"/>
    <p:sldId id="386" r:id="rId32"/>
    <p:sldId id="387" r:id="rId33"/>
    <p:sldId id="388" r:id="rId34"/>
    <p:sldId id="389" r:id="rId35"/>
    <p:sldId id="390" r:id="rId36"/>
    <p:sldId id="391" r:id="rId37"/>
    <p:sldId id="392" r:id="rId38"/>
    <p:sldId id="393" r:id="rId39"/>
    <p:sldId id="394" r:id="rId40"/>
    <p:sldId id="395" r:id="rId41"/>
    <p:sldId id="396" r:id="rId42"/>
    <p:sldId id="397" r:id="rId43"/>
    <p:sldId id="398" r:id="rId44"/>
    <p:sldId id="399" r:id="rId45"/>
    <p:sldId id="400" r:id="rId46"/>
    <p:sldId id="401" r:id="rId47"/>
    <p:sldId id="402" r:id="rId48"/>
    <p:sldId id="403" r:id="rId49"/>
    <p:sldId id="404" r:id="rId50"/>
    <p:sldId id="405" r:id="rId51"/>
    <p:sldId id="406" r:id="rId52"/>
    <p:sldId id="407" r:id="rId53"/>
    <p:sldId id="408" r:id="rId54"/>
    <p:sldId id="409" r:id="rId55"/>
    <p:sldId id="410" r:id="rId56"/>
    <p:sldId id="411" r:id="rId57"/>
    <p:sldId id="412" r:id="rId58"/>
    <p:sldId id="413" r:id="rId59"/>
    <p:sldId id="414" r:id="rId60"/>
    <p:sldId id="415" r:id="rId61"/>
    <p:sldId id="416" r:id="rId62"/>
    <p:sldId id="417" r:id="rId63"/>
    <p:sldId id="418" r:id="rId64"/>
    <p:sldId id="419" r:id="rId65"/>
    <p:sldId id="420" r:id="rId66"/>
    <p:sldId id="421" r:id="rId67"/>
    <p:sldId id="422" r:id="rId68"/>
    <p:sldId id="423" r:id="rId69"/>
    <p:sldId id="424" r:id="rId70"/>
    <p:sldId id="425" r:id="rId71"/>
    <p:sldId id="426" r:id="rId72"/>
    <p:sldId id="427" r:id="rId73"/>
    <p:sldId id="428" r:id="rId74"/>
    <p:sldId id="429" r:id="rId75"/>
    <p:sldId id="430" r:id="rId76"/>
    <p:sldId id="431" r:id="rId77"/>
    <p:sldId id="432" r:id="rId78"/>
    <p:sldId id="433" r:id="rId79"/>
    <p:sldId id="434" r:id="rId80"/>
    <p:sldId id="435" r:id="rId81"/>
    <p:sldId id="436" r:id="rId82"/>
    <p:sldId id="437" r:id="rId83"/>
    <p:sldId id="438" r:id="rId84"/>
    <p:sldId id="439" r:id="rId85"/>
    <p:sldId id="440" r:id="rId86"/>
    <p:sldId id="441" r:id="rId87"/>
    <p:sldId id="442" r:id="rId88"/>
    <p:sldId id="443" r:id="rId89"/>
    <p:sldId id="444" r:id="rId90"/>
    <p:sldId id="445" r:id="rId91"/>
    <p:sldId id="446" r:id="rId92"/>
    <p:sldId id="447" r:id="rId93"/>
    <p:sldId id="448" r:id="rId94"/>
    <p:sldId id="449" r:id="rId95"/>
    <p:sldId id="450" r:id="rId96"/>
    <p:sldId id="451" r:id="rId97"/>
    <p:sldId id="452" r:id="rId98"/>
  </p:sldIdLst>
  <p:sldSz cx="12192000" cy="6858000"/>
  <p:notesSz cx="6858000" cy="9144000"/>
  <p:defaultTextStyle>
    <a:defPPr>
      <a:defRPr lang="en-MM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MasterView">
  <p:normalViewPr>
    <p:restoredLeft sz="15610"/>
    <p:restoredTop sz="94632"/>
  </p:normalViewPr>
  <p:slideViewPr>
    <p:cSldViewPr snapToGrid="0">
      <p:cViewPr varScale="1">
        <p:scale>
          <a:sx n="114" d="100"/>
          <a:sy n="114" d="100"/>
        </p:scale>
        <p:origin x="472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4.xml"/><Relationship Id="rId21" Type="http://schemas.openxmlformats.org/officeDocument/2006/relationships/slide" Target="slides/slide19.xml"/><Relationship Id="rId42" Type="http://schemas.openxmlformats.org/officeDocument/2006/relationships/slide" Target="slides/slide40.xml"/><Relationship Id="rId47" Type="http://schemas.openxmlformats.org/officeDocument/2006/relationships/slide" Target="slides/slide45.xml"/><Relationship Id="rId63" Type="http://schemas.openxmlformats.org/officeDocument/2006/relationships/slide" Target="slides/slide61.xml"/><Relationship Id="rId68" Type="http://schemas.openxmlformats.org/officeDocument/2006/relationships/slide" Target="slides/slide66.xml"/><Relationship Id="rId84" Type="http://schemas.openxmlformats.org/officeDocument/2006/relationships/slide" Target="slides/slide82.xml"/><Relationship Id="rId89" Type="http://schemas.openxmlformats.org/officeDocument/2006/relationships/slide" Target="slides/slide87.xml"/><Relationship Id="rId16" Type="http://schemas.openxmlformats.org/officeDocument/2006/relationships/slide" Target="slides/slide14.xml"/><Relationship Id="rId11" Type="http://schemas.openxmlformats.org/officeDocument/2006/relationships/slide" Target="slides/slide9.xml"/><Relationship Id="rId32" Type="http://schemas.openxmlformats.org/officeDocument/2006/relationships/slide" Target="slides/slide30.xml"/><Relationship Id="rId37" Type="http://schemas.openxmlformats.org/officeDocument/2006/relationships/slide" Target="slides/slide35.xml"/><Relationship Id="rId53" Type="http://schemas.openxmlformats.org/officeDocument/2006/relationships/slide" Target="slides/slide51.xml"/><Relationship Id="rId58" Type="http://schemas.openxmlformats.org/officeDocument/2006/relationships/slide" Target="slides/slide56.xml"/><Relationship Id="rId74" Type="http://schemas.openxmlformats.org/officeDocument/2006/relationships/slide" Target="slides/slide72.xml"/><Relationship Id="rId79" Type="http://schemas.openxmlformats.org/officeDocument/2006/relationships/slide" Target="slides/slide77.xml"/><Relationship Id="rId102" Type="http://schemas.openxmlformats.org/officeDocument/2006/relationships/tableStyles" Target="tableStyles.xml"/><Relationship Id="rId5" Type="http://schemas.openxmlformats.org/officeDocument/2006/relationships/slide" Target="slides/slide3.xml"/><Relationship Id="rId90" Type="http://schemas.openxmlformats.org/officeDocument/2006/relationships/slide" Target="slides/slide88.xml"/><Relationship Id="rId95" Type="http://schemas.openxmlformats.org/officeDocument/2006/relationships/slide" Target="slides/slide93.xml"/><Relationship Id="rId22" Type="http://schemas.openxmlformats.org/officeDocument/2006/relationships/slide" Target="slides/slide20.xml"/><Relationship Id="rId27" Type="http://schemas.openxmlformats.org/officeDocument/2006/relationships/slide" Target="slides/slide25.xml"/><Relationship Id="rId43" Type="http://schemas.openxmlformats.org/officeDocument/2006/relationships/slide" Target="slides/slide41.xml"/><Relationship Id="rId48" Type="http://schemas.openxmlformats.org/officeDocument/2006/relationships/slide" Target="slides/slide46.xml"/><Relationship Id="rId64" Type="http://schemas.openxmlformats.org/officeDocument/2006/relationships/slide" Target="slides/slide62.xml"/><Relationship Id="rId69" Type="http://schemas.openxmlformats.org/officeDocument/2006/relationships/slide" Target="slides/slide67.xml"/><Relationship Id="rId80" Type="http://schemas.openxmlformats.org/officeDocument/2006/relationships/slide" Target="slides/slide78.xml"/><Relationship Id="rId85" Type="http://schemas.openxmlformats.org/officeDocument/2006/relationships/slide" Target="slides/slide83.xml"/><Relationship Id="rId12" Type="http://schemas.openxmlformats.org/officeDocument/2006/relationships/slide" Target="slides/slide10.xml"/><Relationship Id="rId17" Type="http://schemas.openxmlformats.org/officeDocument/2006/relationships/slide" Target="slides/slide15.xml"/><Relationship Id="rId25" Type="http://schemas.openxmlformats.org/officeDocument/2006/relationships/slide" Target="slides/slide23.xml"/><Relationship Id="rId33" Type="http://schemas.openxmlformats.org/officeDocument/2006/relationships/slide" Target="slides/slide31.xml"/><Relationship Id="rId38" Type="http://schemas.openxmlformats.org/officeDocument/2006/relationships/slide" Target="slides/slide36.xml"/><Relationship Id="rId46" Type="http://schemas.openxmlformats.org/officeDocument/2006/relationships/slide" Target="slides/slide44.xml"/><Relationship Id="rId59" Type="http://schemas.openxmlformats.org/officeDocument/2006/relationships/slide" Target="slides/slide57.xml"/><Relationship Id="rId67" Type="http://schemas.openxmlformats.org/officeDocument/2006/relationships/slide" Target="slides/slide65.xml"/><Relationship Id="rId20" Type="http://schemas.openxmlformats.org/officeDocument/2006/relationships/slide" Target="slides/slide18.xml"/><Relationship Id="rId41" Type="http://schemas.openxmlformats.org/officeDocument/2006/relationships/slide" Target="slides/slide39.xml"/><Relationship Id="rId54" Type="http://schemas.openxmlformats.org/officeDocument/2006/relationships/slide" Target="slides/slide52.xml"/><Relationship Id="rId62" Type="http://schemas.openxmlformats.org/officeDocument/2006/relationships/slide" Target="slides/slide60.xml"/><Relationship Id="rId70" Type="http://schemas.openxmlformats.org/officeDocument/2006/relationships/slide" Target="slides/slide68.xml"/><Relationship Id="rId75" Type="http://schemas.openxmlformats.org/officeDocument/2006/relationships/slide" Target="slides/slide73.xml"/><Relationship Id="rId83" Type="http://schemas.openxmlformats.org/officeDocument/2006/relationships/slide" Target="slides/slide81.xml"/><Relationship Id="rId88" Type="http://schemas.openxmlformats.org/officeDocument/2006/relationships/slide" Target="slides/slide86.xml"/><Relationship Id="rId91" Type="http://schemas.openxmlformats.org/officeDocument/2006/relationships/slide" Target="slides/slide89.xml"/><Relationship Id="rId96" Type="http://schemas.openxmlformats.org/officeDocument/2006/relationships/slide" Target="slides/slide94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4.xml"/><Relationship Id="rId15" Type="http://schemas.openxmlformats.org/officeDocument/2006/relationships/slide" Target="slides/slide13.xml"/><Relationship Id="rId23" Type="http://schemas.openxmlformats.org/officeDocument/2006/relationships/slide" Target="slides/slide21.xml"/><Relationship Id="rId28" Type="http://schemas.openxmlformats.org/officeDocument/2006/relationships/slide" Target="slides/slide26.xml"/><Relationship Id="rId36" Type="http://schemas.openxmlformats.org/officeDocument/2006/relationships/slide" Target="slides/slide34.xml"/><Relationship Id="rId49" Type="http://schemas.openxmlformats.org/officeDocument/2006/relationships/slide" Target="slides/slide47.xml"/><Relationship Id="rId57" Type="http://schemas.openxmlformats.org/officeDocument/2006/relationships/slide" Target="slides/slide55.xml"/><Relationship Id="rId10" Type="http://schemas.openxmlformats.org/officeDocument/2006/relationships/slide" Target="slides/slide8.xml"/><Relationship Id="rId31" Type="http://schemas.openxmlformats.org/officeDocument/2006/relationships/slide" Target="slides/slide29.xml"/><Relationship Id="rId44" Type="http://schemas.openxmlformats.org/officeDocument/2006/relationships/slide" Target="slides/slide42.xml"/><Relationship Id="rId52" Type="http://schemas.openxmlformats.org/officeDocument/2006/relationships/slide" Target="slides/slide50.xml"/><Relationship Id="rId60" Type="http://schemas.openxmlformats.org/officeDocument/2006/relationships/slide" Target="slides/slide58.xml"/><Relationship Id="rId65" Type="http://schemas.openxmlformats.org/officeDocument/2006/relationships/slide" Target="slides/slide63.xml"/><Relationship Id="rId73" Type="http://schemas.openxmlformats.org/officeDocument/2006/relationships/slide" Target="slides/slide71.xml"/><Relationship Id="rId78" Type="http://schemas.openxmlformats.org/officeDocument/2006/relationships/slide" Target="slides/slide76.xml"/><Relationship Id="rId81" Type="http://schemas.openxmlformats.org/officeDocument/2006/relationships/slide" Target="slides/slide79.xml"/><Relationship Id="rId86" Type="http://schemas.openxmlformats.org/officeDocument/2006/relationships/slide" Target="slides/slide84.xml"/><Relationship Id="rId94" Type="http://schemas.openxmlformats.org/officeDocument/2006/relationships/slide" Target="slides/slide92.xml"/><Relationship Id="rId99" Type="http://schemas.openxmlformats.org/officeDocument/2006/relationships/presProps" Target="presProps.xml"/><Relationship Id="rId101" Type="http://schemas.openxmlformats.org/officeDocument/2006/relationships/theme" Target="theme/theme1.xml"/><Relationship Id="rId4" Type="http://schemas.openxmlformats.org/officeDocument/2006/relationships/slide" Target="slides/slide2.xml"/><Relationship Id="rId9" Type="http://schemas.openxmlformats.org/officeDocument/2006/relationships/slide" Target="slides/slide7.xml"/><Relationship Id="rId13" Type="http://schemas.openxmlformats.org/officeDocument/2006/relationships/slide" Target="slides/slide11.xml"/><Relationship Id="rId18" Type="http://schemas.openxmlformats.org/officeDocument/2006/relationships/slide" Target="slides/slide16.xml"/><Relationship Id="rId39" Type="http://schemas.openxmlformats.org/officeDocument/2006/relationships/slide" Target="slides/slide37.xml"/><Relationship Id="rId34" Type="http://schemas.openxmlformats.org/officeDocument/2006/relationships/slide" Target="slides/slide32.xml"/><Relationship Id="rId50" Type="http://schemas.openxmlformats.org/officeDocument/2006/relationships/slide" Target="slides/slide48.xml"/><Relationship Id="rId55" Type="http://schemas.openxmlformats.org/officeDocument/2006/relationships/slide" Target="slides/slide53.xml"/><Relationship Id="rId76" Type="http://schemas.openxmlformats.org/officeDocument/2006/relationships/slide" Target="slides/slide74.xml"/><Relationship Id="rId97" Type="http://schemas.openxmlformats.org/officeDocument/2006/relationships/slide" Target="slides/slide95.xml"/><Relationship Id="rId7" Type="http://schemas.openxmlformats.org/officeDocument/2006/relationships/slide" Target="slides/slide5.xml"/><Relationship Id="rId71" Type="http://schemas.openxmlformats.org/officeDocument/2006/relationships/slide" Target="slides/slide69.xml"/><Relationship Id="rId92" Type="http://schemas.openxmlformats.org/officeDocument/2006/relationships/slide" Target="slides/slide90.xml"/><Relationship Id="rId2" Type="http://schemas.openxmlformats.org/officeDocument/2006/relationships/slideMaster" Target="slideMasters/slideMaster2.xml"/><Relationship Id="rId29" Type="http://schemas.openxmlformats.org/officeDocument/2006/relationships/slide" Target="slides/slide27.xml"/><Relationship Id="rId24" Type="http://schemas.openxmlformats.org/officeDocument/2006/relationships/slide" Target="slides/slide22.xml"/><Relationship Id="rId40" Type="http://schemas.openxmlformats.org/officeDocument/2006/relationships/slide" Target="slides/slide38.xml"/><Relationship Id="rId45" Type="http://schemas.openxmlformats.org/officeDocument/2006/relationships/slide" Target="slides/slide43.xml"/><Relationship Id="rId66" Type="http://schemas.openxmlformats.org/officeDocument/2006/relationships/slide" Target="slides/slide64.xml"/><Relationship Id="rId87" Type="http://schemas.openxmlformats.org/officeDocument/2006/relationships/slide" Target="slides/slide85.xml"/><Relationship Id="rId61" Type="http://schemas.openxmlformats.org/officeDocument/2006/relationships/slide" Target="slides/slide59.xml"/><Relationship Id="rId82" Type="http://schemas.openxmlformats.org/officeDocument/2006/relationships/slide" Target="slides/slide80.xml"/><Relationship Id="rId19" Type="http://schemas.openxmlformats.org/officeDocument/2006/relationships/slide" Target="slides/slide17.xml"/><Relationship Id="rId14" Type="http://schemas.openxmlformats.org/officeDocument/2006/relationships/slide" Target="slides/slide12.xml"/><Relationship Id="rId30" Type="http://schemas.openxmlformats.org/officeDocument/2006/relationships/slide" Target="slides/slide28.xml"/><Relationship Id="rId35" Type="http://schemas.openxmlformats.org/officeDocument/2006/relationships/slide" Target="slides/slide33.xml"/><Relationship Id="rId56" Type="http://schemas.openxmlformats.org/officeDocument/2006/relationships/slide" Target="slides/slide54.xml"/><Relationship Id="rId77" Type="http://schemas.openxmlformats.org/officeDocument/2006/relationships/slide" Target="slides/slide75.xml"/><Relationship Id="rId100" Type="http://schemas.openxmlformats.org/officeDocument/2006/relationships/viewProps" Target="viewProps.xml"/><Relationship Id="rId8" Type="http://schemas.openxmlformats.org/officeDocument/2006/relationships/slide" Target="slides/slide6.xml"/><Relationship Id="rId51" Type="http://schemas.openxmlformats.org/officeDocument/2006/relationships/slide" Target="slides/slide49.xml"/><Relationship Id="rId72" Type="http://schemas.openxmlformats.org/officeDocument/2006/relationships/slide" Target="slides/slide70.xml"/><Relationship Id="rId93" Type="http://schemas.openxmlformats.org/officeDocument/2006/relationships/slide" Target="slides/slide91.xml"/><Relationship Id="rId98" Type="http://schemas.openxmlformats.org/officeDocument/2006/relationships/slide" Target="slides/slide96.xml"/><Relationship Id="rId3" Type="http://schemas.openxmlformats.org/officeDocument/2006/relationships/slide" Target="slides/slid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3.png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4.png"/></Relationships>
</file>

<file path=ppt/slideLayouts/_rels/slideLayout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7" Type="http://schemas.openxmlformats.org/officeDocument/2006/relationships/image" Target="../media/image8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4.png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4.png"/></Relationships>
</file>

<file path=ppt/slideLayouts/_rels/slideLayout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18" Type="http://schemas.openxmlformats.org/officeDocument/2006/relationships/image" Target="../media/image39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38.sv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10" Type="http://schemas.openxmlformats.org/officeDocument/2006/relationships/image" Target="../media/image31.png"/><Relationship Id="rId19" Type="http://schemas.openxmlformats.org/officeDocument/2006/relationships/image" Target="../media/image40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/Relationships>
</file>

<file path=ppt/slideLayouts/_rels/slideLayout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Layouts/_rels/slideLayout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Layouts/_rels/slideLayout3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Layouts/_rels/slideLayout3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4.png"/></Relationships>
</file>

<file path=ppt/slideLayouts/_rels/slideLayout4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4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Layouts/_rels/slideLayout41.xml.rels><?xml version="1.0" encoding="UTF-8" standalone="yes"?>
<Relationships xmlns="http://schemas.openxmlformats.org/package/2006/relationships"><Relationship Id="rId2" Type="http://schemas.openxmlformats.org/officeDocument/2006/relationships/image" Target="../media/image53.jpeg"/><Relationship Id="rId1" Type="http://schemas.openxmlformats.org/officeDocument/2006/relationships/slideMaster" Target="../slideMasters/slideMaster1.xml"/></Relationships>
</file>

<file path=ppt/slideLayouts/_rels/slideLayout4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3.jpeg"/></Relationships>
</file>

<file path=ppt/slideLayouts/_rels/slideLayout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3.jpeg"/></Relationships>
</file>

<file path=ppt/slideLayouts/_rels/slideLayout4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3.jpeg"/></Relationships>
</file>

<file path=ppt/slideLayouts/_rels/slideLayout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3.jpeg"/></Relationships>
</file>

<file path=ppt/slideLayouts/_rels/slideLayout4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3.jpeg"/></Relationships>
</file>

<file path=ppt/slideLayouts/_rels/slideLayout4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3.jpeg"/></Relationships>
</file>

<file path=ppt/slideLayouts/_rels/slideLayout4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3.jpeg"/></Relationships>
</file>

<file path=ppt/slideLayouts/_rels/slideLayout4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3.jpeg"/></Relationships>
</file>

<file path=ppt/slideLayouts/_rels/slideLayout5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Relationship Id="rId4" Type="http://schemas.openxmlformats.org/officeDocument/2006/relationships/image" Target="../media/image53.jpeg"/></Relationships>
</file>

<file path=ppt/slideLayouts/_rels/slideLayout5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1.xml"/><Relationship Id="rId6" Type="http://schemas.openxmlformats.org/officeDocument/2006/relationships/image" Target="../media/image53.jpe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Layouts/_rels/slideLayout5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59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6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.png"/><Relationship Id="rId13" Type="http://schemas.openxmlformats.org/officeDocument/2006/relationships/image" Target="../media/image22.svg"/><Relationship Id="rId3" Type="http://schemas.openxmlformats.org/officeDocument/2006/relationships/image" Target="../media/image12.svg"/><Relationship Id="rId7" Type="http://schemas.openxmlformats.org/officeDocument/2006/relationships/image" Target="../media/image16.svg"/><Relationship Id="rId12" Type="http://schemas.openxmlformats.org/officeDocument/2006/relationships/image" Target="../media/image21.png"/><Relationship Id="rId2" Type="http://schemas.openxmlformats.org/officeDocument/2006/relationships/image" Target="../media/image11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15.png"/><Relationship Id="rId11" Type="http://schemas.openxmlformats.org/officeDocument/2006/relationships/image" Target="../media/image20.svg"/><Relationship Id="rId5" Type="http://schemas.openxmlformats.org/officeDocument/2006/relationships/image" Target="../media/image14.svg"/><Relationship Id="rId10" Type="http://schemas.openxmlformats.org/officeDocument/2006/relationships/image" Target="../media/image19.png"/><Relationship Id="rId4" Type="http://schemas.openxmlformats.org/officeDocument/2006/relationships/image" Target="../media/image13.png"/><Relationship Id="rId9" Type="http://schemas.openxmlformats.org/officeDocument/2006/relationships/image" Target="../media/image18.svg"/><Relationship Id="rId14" Type="http://schemas.openxmlformats.org/officeDocument/2006/relationships/image" Target="../media/image3.png"/></Relationships>
</file>

<file path=ppt/slideLayouts/_rels/slideLayout67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2.xml"/></Relationships>
</file>

<file path=ppt/slideLayouts/_rels/slideLayout6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9.png"/><Relationship Id="rId13" Type="http://schemas.openxmlformats.org/officeDocument/2006/relationships/image" Target="../media/image34.svg"/><Relationship Id="rId18" Type="http://schemas.openxmlformats.org/officeDocument/2006/relationships/image" Target="../media/image39.png"/><Relationship Id="rId3" Type="http://schemas.openxmlformats.org/officeDocument/2006/relationships/image" Target="../media/image24.svg"/><Relationship Id="rId7" Type="http://schemas.openxmlformats.org/officeDocument/2006/relationships/image" Target="../media/image28.svg"/><Relationship Id="rId12" Type="http://schemas.openxmlformats.org/officeDocument/2006/relationships/image" Target="../media/image33.png"/><Relationship Id="rId17" Type="http://schemas.openxmlformats.org/officeDocument/2006/relationships/image" Target="../media/image38.svg"/><Relationship Id="rId2" Type="http://schemas.openxmlformats.org/officeDocument/2006/relationships/image" Target="../media/image23.png"/><Relationship Id="rId16" Type="http://schemas.openxmlformats.org/officeDocument/2006/relationships/image" Target="../media/image37.png"/><Relationship Id="rId20" Type="http://schemas.openxmlformats.org/officeDocument/2006/relationships/image" Target="../media/image3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27.png"/><Relationship Id="rId11" Type="http://schemas.openxmlformats.org/officeDocument/2006/relationships/image" Target="../media/image32.svg"/><Relationship Id="rId5" Type="http://schemas.openxmlformats.org/officeDocument/2006/relationships/image" Target="../media/image26.svg"/><Relationship Id="rId15" Type="http://schemas.openxmlformats.org/officeDocument/2006/relationships/image" Target="../media/image36.svg"/><Relationship Id="rId10" Type="http://schemas.openxmlformats.org/officeDocument/2006/relationships/image" Target="../media/image31.png"/><Relationship Id="rId19" Type="http://schemas.openxmlformats.org/officeDocument/2006/relationships/image" Target="../media/image40.svg"/><Relationship Id="rId4" Type="http://schemas.openxmlformats.org/officeDocument/2006/relationships/image" Target="../media/image25.png"/><Relationship Id="rId9" Type="http://schemas.openxmlformats.org/officeDocument/2006/relationships/image" Target="../media/image30.svg"/><Relationship Id="rId14" Type="http://schemas.openxmlformats.org/officeDocument/2006/relationships/image" Target="../media/image35.png"/></Relationships>
</file>

<file path=ppt/slideLayouts/_rels/slideLayout7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2.svg"/><Relationship Id="rId2" Type="http://schemas.openxmlformats.org/officeDocument/2006/relationships/image" Target="../media/image41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7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7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44.svg"/><Relationship Id="rId4" Type="http://schemas.openxmlformats.org/officeDocument/2006/relationships/image" Target="../media/image43.png"/></Relationships>
</file>

<file path=ppt/slideLayouts/_rels/slideLayout7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46.jpeg"/><Relationship Id="rId4" Type="http://schemas.openxmlformats.org/officeDocument/2006/relationships/image" Target="../media/image45.jpeg"/></Relationships>
</file>

<file path=ppt/slideLayouts/_rels/slideLayout7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48.svg"/><Relationship Id="rId4" Type="http://schemas.openxmlformats.org/officeDocument/2006/relationships/image" Target="../media/image47.png"/></Relationships>
</file>

<file path=ppt/slideLayouts/_rels/slideLayout7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50.svg"/><Relationship Id="rId4" Type="http://schemas.openxmlformats.org/officeDocument/2006/relationships/image" Target="../media/image49.png"/></Relationships>
</file>

<file path=ppt/slideLayouts/_rels/slideLayout7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7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7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7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0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3.png"/></Relationships>
</file>

<file path=ppt/slideLayouts/_rels/slideLayout8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3.pn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Layouts/_rels/slideLayout8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6.jpg"/><Relationship Id="rId1" Type="http://schemas.openxmlformats.org/officeDocument/2006/relationships/slideMaster" Target="../slideMasters/slideMaster2.xml"/></Relationships>
</file>

<file path=ppt/slideLayouts/_rels/slideLayout8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jpg"/></Relationships>
</file>

<file path=ppt/slideLayouts/_rels/slideLayout87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jpg"/></Relationships>
</file>

<file path=ppt/slideLayouts/_rels/slideLayout88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jpg"/></Relationships>
</file>

<file path=ppt/slideLayouts/_rels/slideLayout89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jpg"/></Relationships>
</file>

<file path=ppt/slideLayouts/_rels/slideLayout9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jpg"/></Relationships>
</file>

<file path=ppt/slideLayouts/_rels/slideLayout91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jpg"/></Relationships>
</file>

<file path=ppt/slideLayouts/_rels/slideLayout9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jpg"/></Relationships>
</file>

<file path=ppt/slideLayouts/_rels/slideLayout9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jpg"/></Relationships>
</file>

<file path=ppt/slideLayouts/_rels/slideLayout9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4" Type="http://schemas.openxmlformats.org/officeDocument/2006/relationships/image" Target="../media/image56.jpg"/></Relationships>
</file>

<file path=ppt/slideLayouts/_rels/slideLayout9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5.svg"/><Relationship Id="rId2" Type="http://schemas.openxmlformats.org/officeDocument/2006/relationships/image" Target="../media/image54.png"/><Relationship Id="rId1" Type="http://schemas.openxmlformats.org/officeDocument/2006/relationships/slideMaster" Target="../slideMasters/slideMaster2.xml"/><Relationship Id="rId6" Type="http://schemas.openxmlformats.org/officeDocument/2006/relationships/image" Target="../media/image56.jpg"/><Relationship Id="rId5" Type="http://schemas.openxmlformats.org/officeDocument/2006/relationships/image" Target="../media/image52.svg"/><Relationship Id="rId4" Type="http://schemas.openxmlformats.org/officeDocument/2006/relationships/image" Target="../media/image51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BB6679F-8B99-FBC8-A98B-44A80F8777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210754A-374F-5E4C-AB53-D09FE98C6C9C}" type="slidenum">
              <a:rPr lang="en-MM" smtClean="0"/>
              <a:t>‹#›</a:t>
            </a:fld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1731803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4">
            <a:extLst>
              <a:ext uri="{FF2B5EF4-FFF2-40B4-BE49-F238E27FC236}">
                <a16:creationId xmlns:a16="http://schemas.microsoft.com/office/drawing/2014/main" id="{B2308C7F-4F60-E1C8-9E60-C5E856027D30}"/>
              </a:ext>
            </a:extLst>
          </p:cNvPr>
          <p:cNvSpPr/>
          <p:nvPr userDrawn="1"/>
        </p:nvSpPr>
        <p:spPr>
          <a:xfrm>
            <a:off x="5392270" y="3671048"/>
            <a:ext cx="6799729" cy="3179988"/>
          </a:xfrm>
          <a:custGeom>
            <a:avLst/>
            <a:gdLst/>
            <a:ahLst/>
            <a:cxnLst/>
            <a:rect l="l" t="t" r="r" b="b"/>
            <a:pathLst>
              <a:path w="8058531" h="4573607">
                <a:moveTo>
                  <a:pt x="0" y="0"/>
                </a:moveTo>
                <a:lnTo>
                  <a:pt x="8058531" y="0"/>
                </a:lnTo>
                <a:lnTo>
                  <a:pt x="8058531" y="4573607"/>
                </a:lnTo>
                <a:lnTo>
                  <a:pt x="0" y="4573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391" b="-58328"/>
            </a:stretch>
          </a:blipFill>
        </p:spPr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9A4A9-10E1-59C9-37AC-E34F815FFA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329" y="6369050"/>
            <a:ext cx="2743200" cy="365125"/>
          </a:xfrm>
          <a:prstGeom prst="rect">
            <a:avLst/>
          </a:prstGeom>
        </p:spPr>
        <p:txBody>
          <a:bodyPr/>
          <a:lstStyle/>
          <a:p>
            <a:fld id="{A0FD966C-7856-C140-84F3-E7CDEE43B64B}" type="datetime1">
              <a:rPr lang="en-US" smtClean="0"/>
              <a:t>6/29/25</a:t>
            </a:fld>
            <a:endParaRPr lang="en-M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E05C4-CAC4-98B4-B64D-BAC1FED7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E611812C-3036-0264-D513-0013AE4FA03A}"/>
              </a:ext>
            </a:extLst>
          </p:cNvPr>
          <p:cNvSpPr/>
          <p:nvPr userDrawn="1"/>
        </p:nvSpPr>
        <p:spPr>
          <a:xfrm>
            <a:off x="6096000" y="361848"/>
            <a:ext cx="5932800" cy="13068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26E6B05-6336-5DAE-FA94-CB5B63FFF792}"/>
              </a:ext>
            </a:extLst>
          </p:cNvPr>
          <p:cNvSpPr txBox="1"/>
          <p:nvPr userDrawn="1"/>
        </p:nvSpPr>
        <p:spPr>
          <a:xfrm>
            <a:off x="206813" y="2169691"/>
            <a:ext cx="11362335" cy="1543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7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Presentation Heading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CE90E9A5-D528-DEDA-4C35-D3ED30FE5229}"/>
              </a:ext>
            </a:extLst>
          </p:cNvPr>
          <p:cNvSpPr txBox="1"/>
          <p:nvPr userDrawn="1"/>
        </p:nvSpPr>
        <p:spPr>
          <a:xfrm>
            <a:off x="206813" y="3317589"/>
            <a:ext cx="7112156" cy="14445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Sub-Heading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F781F1E-CC08-A59A-ECA4-6E31A6A4B8EF}"/>
              </a:ext>
            </a:extLst>
          </p:cNvPr>
          <p:cNvSpPr txBox="1"/>
          <p:nvPr userDrawn="1"/>
        </p:nvSpPr>
        <p:spPr>
          <a:xfrm>
            <a:off x="206813" y="5133658"/>
            <a:ext cx="186381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84"/>
              </a:lnSpc>
            </a:pPr>
            <a:r>
              <a:rPr lang="en-US" sz="3200" b="1" spc="32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 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A047C049-EE4D-ED0A-D2F2-4E5C974BA531}"/>
              </a:ext>
            </a:extLst>
          </p:cNvPr>
          <p:cNvSpPr txBox="1"/>
          <p:nvPr userDrawn="1"/>
        </p:nvSpPr>
        <p:spPr>
          <a:xfrm>
            <a:off x="3870070" y="5133658"/>
            <a:ext cx="222727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84"/>
              </a:lnSpc>
            </a:pPr>
            <a:r>
              <a:rPr lang="en-US" sz="3200" b="1" spc="32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 :</a:t>
            </a:r>
          </a:p>
        </p:txBody>
      </p:sp>
    </p:spTree>
    <p:extLst>
      <p:ext uri="{BB962C8B-B14F-4D97-AF65-F5344CB8AC3E}">
        <p14:creationId xmlns:p14="http://schemas.microsoft.com/office/powerpoint/2010/main" val="268233182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4">
            <a:extLst>
              <a:ext uri="{FF2B5EF4-FFF2-40B4-BE49-F238E27FC236}">
                <a16:creationId xmlns:a16="http://schemas.microsoft.com/office/drawing/2014/main" id="{B2308C7F-4F60-E1C8-9E60-C5E856027D30}"/>
              </a:ext>
            </a:extLst>
          </p:cNvPr>
          <p:cNvSpPr/>
          <p:nvPr userDrawn="1"/>
        </p:nvSpPr>
        <p:spPr>
          <a:xfrm>
            <a:off x="5392270" y="3671048"/>
            <a:ext cx="6799729" cy="3179988"/>
          </a:xfrm>
          <a:custGeom>
            <a:avLst/>
            <a:gdLst/>
            <a:ahLst/>
            <a:cxnLst/>
            <a:rect l="l" t="t" r="r" b="b"/>
            <a:pathLst>
              <a:path w="8058531" h="4573607">
                <a:moveTo>
                  <a:pt x="0" y="0"/>
                </a:moveTo>
                <a:lnTo>
                  <a:pt x="8058531" y="0"/>
                </a:lnTo>
                <a:lnTo>
                  <a:pt x="8058531" y="4573607"/>
                </a:lnTo>
                <a:lnTo>
                  <a:pt x="0" y="4573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391" b="-58328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0C352-52E0-00A6-0E18-204B2F7DD5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06400"/>
            <a:ext cx="9144000" cy="709706"/>
          </a:xfrm>
          <a:prstGeom prst="rect">
            <a:avLst/>
          </a:prstGeom>
        </p:spPr>
        <p:txBody>
          <a:bodyPr anchor="b"/>
          <a:lstStyle>
            <a:lvl1pPr marL="0" algn="ctr" defTabSz="914400" rtl="0" eaLnBrk="1" latinLnBrk="0" hangingPunct="1">
              <a:lnSpc>
                <a:spcPts val="13439"/>
              </a:lnSpc>
              <a:defRPr lang="en-MM" sz="4400" b="1" kern="1200" dirty="0">
                <a:solidFill>
                  <a:srgbClr val="457FC1"/>
                </a:solidFill>
                <a:latin typeface="Helvetica" pitchFamily="2" charset="0"/>
                <a:ea typeface="Helvetica" pitchFamily="2" charset="0"/>
                <a:cs typeface="Helvetica" pitchFamily="2" charset="0"/>
              </a:defRPr>
            </a:lvl1pPr>
          </a:lstStyle>
          <a:p>
            <a:r>
              <a:rPr lang="en-MM" dirty="0">
                <a:latin typeface="Helvetica" pitchFamily="2" charset="0"/>
              </a:rPr>
              <a:t>Overview</a:t>
            </a:r>
            <a:endParaRPr lang="en-M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DCE66-DB92-E8C2-77B4-39A819773A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98426"/>
            <a:ext cx="4231341" cy="3551798"/>
          </a:xfrm>
          <a:prstGeom prst="rect">
            <a:avLst/>
          </a:prstGeo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MM" dirty="0"/>
              <a:t>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E05C4-CAC4-98B4-B64D-BAC1FED7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D8748F4-3719-B82F-26F7-C16E4B51D5BE}"/>
              </a:ext>
            </a:extLst>
          </p:cNvPr>
          <p:cNvSpPr txBox="1">
            <a:spLocks/>
          </p:cNvSpPr>
          <p:nvPr userDrawn="1"/>
        </p:nvSpPr>
        <p:spPr>
          <a:xfrm>
            <a:off x="6096000" y="1598426"/>
            <a:ext cx="4572000" cy="355179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7" name="Freeform 2">
            <a:extLst>
              <a:ext uri="{FF2B5EF4-FFF2-40B4-BE49-F238E27FC236}">
                <a16:creationId xmlns:a16="http://schemas.microsoft.com/office/drawing/2014/main" id="{837E49B9-0764-646A-B11A-F70D17BA0323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87608182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D42B-8CA5-7067-31FB-873777BAF52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960165" cy="3720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163C86FD-D7B3-2D55-028C-6B2FB61E66BA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9048682-DA36-4BF7-D04B-B81EF9644F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07413" y="207010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8A5190B7-7995-6623-CB8A-6EAB7CEB65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07413" y="378460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15" name="Freeform 2">
            <a:extLst>
              <a:ext uri="{FF2B5EF4-FFF2-40B4-BE49-F238E27FC236}">
                <a16:creationId xmlns:a16="http://schemas.microsoft.com/office/drawing/2014/main" id="{15BD34E3-10C6-81AA-AF10-DAE969FC3784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08C4-11BB-03D7-FDBC-F4C22D30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08DDD543-7147-14A7-E40F-8D0114085FB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  <a:latin typeface="Helvetica" pitchFamily="2" charset="0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40987292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D42B-8CA5-7067-31FB-873777BAF52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960165" cy="3720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163C86FD-D7B3-2D55-028C-6B2FB61E66BA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5C62DFAD-8948-B786-5398-66D8012739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06671" y="289843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/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413B10D4-AE47-0E5E-14B7-6D18EBBFAE60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08C4-11BB-03D7-FDBC-F4C22D30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9A16C722-26C5-D1E1-1239-EA20DF72AF1B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  <a:latin typeface="Helvetica" pitchFamily="2" charset="0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224318060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C5E38201-E3FB-2B95-770D-2008568858A4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3D424-B68B-40D2-B009-762BE4A3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149CD5-5A8B-8B3B-2AB6-DFBA722546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06420" y="4671611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DA34DFB5-3F99-46FB-903A-F8ED04ECBA45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EE8A3579-6A14-3BC8-E2E5-8D874EEFE0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9201" y="2251488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112215856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C5E38201-E3FB-2B95-770D-2008568858A4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3D424-B68B-40D2-B009-762BE4A3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149CD5-5A8B-8B3B-2AB6-DFBA722546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4793529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018DB1-73FA-40C8-6ABF-2682A22D0B1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835" y="4793530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Freeform 2">
            <a:extLst>
              <a:ext uri="{FF2B5EF4-FFF2-40B4-BE49-F238E27FC236}">
                <a16:creationId xmlns:a16="http://schemas.microsoft.com/office/drawing/2014/main" id="{BBDEA238-3693-D9E5-F24E-030B27B9DB9A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C51E82D9-4DA8-FAF4-70F0-72FA2B0680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49117" y="207717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839EFD3-EFC8-BEF7-DE88-0C6366B6EB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18781" y="207717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6758008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071188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7174166-7BA9-5841-5059-52439B76EF3B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8361174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7174166-7BA9-5841-5059-52439B76EF3B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grpSp>
        <p:nvGrpSpPr>
          <p:cNvPr id="3" name="Group 2">
            <a:extLst>
              <a:ext uri="{FF2B5EF4-FFF2-40B4-BE49-F238E27FC236}">
                <a16:creationId xmlns:a16="http://schemas.microsoft.com/office/drawing/2014/main" id="{651060F5-97AF-9404-267D-FF67D69BEA72}"/>
              </a:ext>
            </a:extLst>
          </p:cNvPr>
          <p:cNvGrpSpPr/>
          <p:nvPr userDrawn="1"/>
        </p:nvGrpSpPr>
        <p:grpSpPr>
          <a:xfrm>
            <a:off x="6243295" y="957591"/>
            <a:ext cx="3802400" cy="370631"/>
            <a:chOff x="0" y="0"/>
            <a:chExt cx="1766291" cy="172166"/>
          </a:xfrm>
        </p:grpSpPr>
        <p:sp>
          <p:nvSpPr>
            <p:cNvPr id="4" name="Freeform 3">
              <a:extLst>
                <a:ext uri="{FF2B5EF4-FFF2-40B4-BE49-F238E27FC236}">
                  <a16:creationId xmlns:a16="http://schemas.microsoft.com/office/drawing/2014/main" id="{EBCFE80E-51EC-EFF3-D578-1873FF468C55}"/>
                </a:ext>
              </a:extLst>
            </p:cNvPr>
            <p:cNvSpPr/>
            <p:nvPr/>
          </p:nvSpPr>
          <p:spPr>
            <a:xfrm>
              <a:off x="0" y="0"/>
              <a:ext cx="1766291" cy="172166"/>
            </a:xfrm>
            <a:custGeom>
              <a:avLst/>
              <a:gdLst/>
              <a:ahLst/>
              <a:cxnLst/>
              <a:rect l="l" t="t" r="r" b="b"/>
              <a:pathLst>
                <a:path w="1766291" h="172166">
                  <a:moveTo>
                    <a:pt x="0" y="0"/>
                  </a:moveTo>
                  <a:lnTo>
                    <a:pt x="1766291" y="0"/>
                  </a:lnTo>
                  <a:lnTo>
                    <a:pt x="1766291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7" name="TextBox 4">
              <a:extLst>
                <a:ext uri="{FF2B5EF4-FFF2-40B4-BE49-F238E27FC236}">
                  <a16:creationId xmlns:a16="http://schemas.microsoft.com/office/drawing/2014/main" id="{F44567E2-D3B5-0E29-8DD2-766D59D92ADF}"/>
                </a:ext>
              </a:extLst>
            </p:cNvPr>
            <p:cNvSpPr txBox="1"/>
            <p:nvPr/>
          </p:nvSpPr>
          <p:spPr>
            <a:xfrm>
              <a:off x="0" y="-38100"/>
              <a:ext cx="1766291" cy="21026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8" name="Group 5">
            <a:extLst>
              <a:ext uri="{FF2B5EF4-FFF2-40B4-BE49-F238E27FC236}">
                <a16:creationId xmlns:a16="http://schemas.microsoft.com/office/drawing/2014/main" id="{1C4BF4CC-2B52-73D8-36A0-177A97DC076C}"/>
              </a:ext>
            </a:extLst>
          </p:cNvPr>
          <p:cNvGrpSpPr/>
          <p:nvPr userDrawn="1"/>
        </p:nvGrpSpPr>
        <p:grpSpPr>
          <a:xfrm>
            <a:off x="6243295" y="2886437"/>
            <a:ext cx="3802400" cy="370631"/>
            <a:chOff x="0" y="0"/>
            <a:chExt cx="1766291" cy="172166"/>
          </a:xfrm>
        </p:grpSpPr>
        <p:sp>
          <p:nvSpPr>
            <p:cNvPr id="9" name="Freeform 6">
              <a:extLst>
                <a:ext uri="{FF2B5EF4-FFF2-40B4-BE49-F238E27FC236}">
                  <a16:creationId xmlns:a16="http://schemas.microsoft.com/office/drawing/2014/main" id="{233DDF21-60F0-FEF0-FB94-91100D0AD596}"/>
                </a:ext>
              </a:extLst>
            </p:cNvPr>
            <p:cNvSpPr/>
            <p:nvPr/>
          </p:nvSpPr>
          <p:spPr>
            <a:xfrm>
              <a:off x="0" y="0"/>
              <a:ext cx="1766291" cy="172166"/>
            </a:xfrm>
            <a:custGeom>
              <a:avLst/>
              <a:gdLst/>
              <a:ahLst/>
              <a:cxnLst/>
              <a:rect l="l" t="t" r="r" b="b"/>
              <a:pathLst>
                <a:path w="1766291" h="172166">
                  <a:moveTo>
                    <a:pt x="0" y="0"/>
                  </a:moveTo>
                  <a:lnTo>
                    <a:pt x="1766291" y="0"/>
                  </a:lnTo>
                  <a:lnTo>
                    <a:pt x="1766291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0" name="TextBox 7">
              <a:extLst>
                <a:ext uri="{FF2B5EF4-FFF2-40B4-BE49-F238E27FC236}">
                  <a16:creationId xmlns:a16="http://schemas.microsoft.com/office/drawing/2014/main" id="{5E5F7CE3-A312-8654-5F18-F20471E9FEA8}"/>
                </a:ext>
              </a:extLst>
            </p:cNvPr>
            <p:cNvSpPr txBox="1"/>
            <p:nvPr/>
          </p:nvSpPr>
          <p:spPr>
            <a:xfrm>
              <a:off x="0" y="-38100"/>
              <a:ext cx="1766291" cy="21026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38BEB2E2-DFE6-F98B-BAAF-ADC419FAF811}"/>
              </a:ext>
            </a:extLst>
          </p:cNvPr>
          <p:cNvGrpSpPr/>
          <p:nvPr userDrawn="1"/>
        </p:nvGrpSpPr>
        <p:grpSpPr>
          <a:xfrm>
            <a:off x="6243295" y="4850122"/>
            <a:ext cx="3802400" cy="370631"/>
            <a:chOff x="0" y="0"/>
            <a:chExt cx="1766291" cy="172166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3088B3E4-C7B0-B352-AE18-7C963522ADD1}"/>
                </a:ext>
              </a:extLst>
            </p:cNvPr>
            <p:cNvSpPr/>
            <p:nvPr/>
          </p:nvSpPr>
          <p:spPr>
            <a:xfrm>
              <a:off x="0" y="0"/>
              <a:ext cx="1766291" cy="172166"/>
            </a:xfrm>
            <a:custGeom>
              <a:avLst/>
              <a:gdLst/>
              <a:ahLst/>
              <a:cxnLst/>
              <a:rect l="l" t="t" r="r" b="b"/>
              <a:pathLst>
                <a:path w="1766291" h="172166">
                  <a:moveTo>
                    <a:pt x="0" y="0"/>
                  </a:moveTo>
                  <a:lnTo>
                    <a:pt x="1766291" y="0"/>
                  </a:lnTo>
                  <a:lnTo>
                    <a:pt x="1766291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3" name="TextBox 10">
              <a:extLst>
                <a:ext uri="{FF2B5EF4-FFF2-40B4-BE49-F238E27FC236}">
                  <a16:creationId xmlns:a16="http://schemas.microsoft.com/office/drawing/2014/main" id="{C99C3358-0D43-9C3F-6A7F-6F9F667A79FD}"/>
                </a:ext>
              </a:extLst>
            </p:cNvPr>
            <p:cNvSpPr txBox="1"/>
            <p:nvPr/>
          </p:nvSpPr>
          <p:spPr>
            <a:xfrm>
              <a:off x="0" y="-38100"/>
              <a:ext cx="1766291" cy="21026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4" name="TextBox 11">
            <a:extLst>
              <a:ext uri="{FF2B5EF4-FFF2-40B4-BE49-F238E27FC236}">
                <a16:creationId xmlns:a16="http://schemas.microsoft.com/office/drawing/2014/main" id="{BF058958-8646-E507-E201-41927C73F443}"/>
              </a:ext>
            </a:extLst>
          </p:cNvPr>
          <p:cNvSpPr txBox="1"/>
          <p:nvPr userDrawn="1"/>
        </p:nvSpPr>
        <p:spPr>
          <a:xfrm>
            <a:off x="3769516" y="269674"/>
            <a:ext cx="3773906" cy="416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3"/>
              </a:lnSpc>
            </a:pPr>
            <a:r>
              <a:rPr lang="en-US" sz="2933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  <a:r>
              <a:rPr lang="en-US" sz="3334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</p:txBody>
      </p:sp>
      <p:sp>
        <p:nvSpPr>
          <p:cNvPr id="15" name="TextBox 12">
            <a:extLst>
              <a:ext uri="{FF2B5EF4-FFF2-40B4-BE49-F238E27FC236}">
                <a16:creationId xmlns:a16="http://schemas.microsoft.com/office/drawing/2014/main" id="{85F64F56-2E49-FCA8-C0E2-288C659A8A41}"/>
              </a:ext>
            </a:extLst>
          </p:cNvPr>
          <p:cNvSpPr txBox="1"/>
          <p:nvPr userDrawn="1"/>
        </p:nvSpPr>
        <p:spPr>
          <a:xfrm>
            <a:off x="6594755" y="1555893"/>
            <a:ext cx="3099481" cy="39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133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1234567890</a:t>
            </a:r>
          </a:p>
        </p:txBody>
      </p:sp>
      <p:sp>
        <p:nvSpPr>
          <p:cNvPr id="16" name="TextBox 13">
            <a:extLst>
              <a:ext uri="{FF2B5EF4-FFF2-40B4-BE49-F238E27FC236}">
                <a16:creationId xmlns:a16="http://schemas.microsoft.com/office/drawing/2014/main" id="{BE23D5F2-A88C-DA73-1766-8C7AD922398A}"/>
              </a:ext>
            </a:extLst>
          </p:cNvPr>
          <p:cNvSpPr txBox="1"/>
          <p:nvPr userDrawn="1"/>
        </p:nvSpPr>
        <p:spPr>
          <a:xfrm>
            <a:off x="6732303" y="3484740"/>
            <a:ext cx="2849785" cy="39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133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123456789</a:t>
            </a:r>
          </a:p>
        </p:txBody>
      </p:sp>
      <p:sp>
        <p:nvSpPr>
          <p:cNvPr id="17" name="TextBox 14">
            <a:extLst>
              <a:ext uri="{FF2B5EF4-FFF2-40B4-BE49-F238E27FC236}">
                <a16:creationId xmlns:a16="http://schemas.microsoft.com/office/drawing/2014/main" id="{F38B8757-0C19-C4EF-F81A-507B173F27E2}"/>
              </a:ext>
            </a:extLst>
          </p:cNvPr>
          <p:cNvSpPr txBox="1"/>
          <p:nvPr userDrawn="1"/>
        </p:nvSpPr>
        <p:spPr>
          <a:xfrm>
            <a:off x="6719603" y="5392203"/>
            <a:ext cx="2849785" cy="39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133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1234567890</a:t>
            </a:r>
          </a:p>
        </p:txBody>
      </p:sp>
      <p:sp>
        <p:nvSpPr>
          <p:cNvPr id="18" name="TextBox 15">
            <a:extLst>
              <a:ext uri="{FF2B5EF4-FFF2-40B4-BE49-F238E27FC236}">
                <a16:creationId xmlns:a16="http://schemas.microsoft.com/office/drawing/2014/main" id="{102CC228-B901-AEE6-868F-5E20E60EBFF4}"/>
              </a:ext>
            </a:extLst>
          </p:cNvPr>
          <p:cNvSpPr txBox="1"/>
          <p:nvPr userDrawn="1"/>
        </p:nvSpPr>
        <p:spPr>
          <a:xfrm>
            <a:off x="685800" y="1866526"/>
            <a:ext cx="5067606" cy="30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1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19" name="TextBox 16">
            <a:extLst>
              <a:ext uri="{FF2B5EF4-FFF2-40B4-BE49-F238E27FC236}">
                <a16:creationId xmlns:a16="http://schemas.microsoft.com/office/drawing/2014/main" id="{14595797-D094-BC3D-FE61-24F2864A0D98}"/>
              </a:ext>
            </a:extLst>
          </p:cNvPr>
          <p:cNvSpPr txBox="1"/>
          <p:nvPr userDrawn="1"/>
        </p:nvSpPr>
        <p:spPr>
          <a:xfrm>
            <a:off x="5656468" y="2080102"/>
            <a:ext cx="4976054" cy="25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0" name="TextBox 17">
            <a:extLst>
              <a:ext uri="{FF2B5EF4-FFF2-40B4-BE49-F238E27FC236}">
                <a16:creationId xmlns:a16="http://schemas.microsoft.com/office/drawing/2014/main" id="{591134FB-C522-DFF3-1BA7-F5E10052BB4C}"/>
              </a:ext>
            </a:extLst>
          </p:cNvPr>
          <p:cNvSpPr txBox="1"/>
          <p:nvPr userDrawn="1"/>
        </p:nvSpPr>
        <p:spPr>
          <a:xfrm>
            <a:off x="5656468" y="4011916"/>
            <a:ext cx="4976054" cy="25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1" name="TextBox 18">
            <a:extLst>
              <a:ext uri="{FF2B5EF4-FFF2-40B4-BE49-F238E27FC236}">
                <a16:creationId xmlns:a16="http://schemas.microsoft.com/office/drawing/2014/main" id="{34A22B81-3653-7DF7-9FA4-1ED8B22A78B0}"/>
              </a:ext>
            </a:extLst>
          </p:cNvPr>
          <p:cNvSpPr txBox="1"/>
          <p:nvPr userDrawn="1"/>
        </p:nvSpPr>
        <p:spPr>
          <a:xfrm>
            <a:off x="6719603" y="995774"/>
            <a:ext cx="2849785" cy="25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2133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A39124DE-F7AF-DA43-E91E-11F0011244BD}"/>
              </a:ext>
            </a:extLst>
          </p:cNvPr>
          <p:cNvSpPr txBox="1"/>
          <p:nvPr userDrawn="1"/>
        </p:nvSpPr>
        <p:spPr>
          <a:xfrm>
            <a:off x="6445046" y="2924621"/>
            <a:ext cx="3398899" cy="25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2133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D0A5C32D-C63B-017A-D60F-874120A1B038}"/>
              </a:ext>
            </a:extLst>
          </p:cNvPr>
          <p:cNvSpPr txBox="1"/>
          <p:nvPr userDrawn="1"/>
        </p:nvSpPr>
        <p:spPr>
          <a:xfrm>
            <a:off x="6445046" y="4888306"/>
            <a:ext cx="3398899" cy="25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2133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  <a:endParaRPr lang="en-US" sz="1474" b="1" dirty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68D85456-86E7-AF1C-E1B3-5B95879A6306}"/>
              </a:ext>
            </a:extLst>
          </p:cNvPr>
          <p:cNvSpPr txBox="1"/>
          <p:nvPr userDrawn="1"/>
        </p:nvSpPr>
        <p:spPr>
          <a:xfrm>
            <a:off x="5656468" y="5943730"/>
            <a:ext cx="4976054" cy="25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418241932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7174166-7BA9-5841-5059-52439B76EF3B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FAA493F-45C0-1262-3B0C-279651F3CB76}"/>
              </a:ext>
            </a:extLst>
          </p:cNvPr>
          <p:cNvSpPr/>
          <p:nvPr userDrawn="1"/>
        </p:nvSpPr>
        <p:spPr>
          <a:xfrm>
            <a:off x="1129259" y="1764266"/>
            <a:ext cx="4592466" cy="4631497"/>
          </a:xfrm>
          <a:custGeom>
            <a:avLst/>
            <a:gdLst/>
            <a:ahLst/>
            <a:cxnLst/>
            <a:rect l="l" t="t" r="r" b="b"/>
            <a:pathLst>
              <a:path w="6888699" h="6947246">
                <a:moveTo>
                  <a:pt x="0" y="0"/>
                </a:moveTo>
                <a:lnTo>
                  <a:pt x="6888700" y="0"/>
                </a:lnTo>
                <a:lnTo>
                  <a:pt x="6888700" y="6947246"/>
                </a:lnTo>
                <a:lnTo>
                  <a:pt x="0" y="6947246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alphaModFix amt="51000"/>
            </a:blip>
            <a:stretch>
              <a:fillRect r="-1593" b="-7033"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C40E5757-038E-3D42-E2DC-61488026163E}"/>
              </a:ext>
            </a:extLst>
          </p:cNvPr>
          <p:cNvPicPr>
            <a:picLocks noChangeAspect="1"/>
          </p:cNvPicPr>
          <p:nvPr userDrawn="1"/>
        </p:nvPicPr>
        <p:blipFill>
          <a:blip r:embed="rId6"/>
          <a:stretch>
            <a:fillRect/>
          </a:stretch>
        </p:blipFill>
        <p:spPr>
          <a:xfrm>
            <a:off x="553773" y="4463051"/>
            <a:ext cx="5331660" cy="1644472"/>
          </a:xfrm>
          <a:prstGeom prst="rect">
            <a:avLst/>
          </a:prstGeom>
        </p:spPr>
      </p:pic>
      <p:grpSp>
        <p:nvGrpSpPr>
          <p:cNvPr id="7" name="Group 2">
            <a:extLst>
              <a:ext uri="{FF2B5EF4-FFF2-40B4-BE49-F238E27FC236}">
                <a16:creationId xmlns:a16="http://schemas.microsoft.com/office/drawing/2014/main" id="{CD03F5BD-9E5F-C96A-3E1D-FE256DEC32D4}"/>
              </a:ext>
            </a:extLst>
          </p:cNvPr>
          <p:cNvGrpSpPr/>
          <p:nvPr userDrawn="1"/>
        </p:nvGrpSpPr>
        <p:grpSpPr>
          <a:xfrm>
            <a:off x="6243295" y="957591"/>
            <a:ext cx="3802400" cy="370631"/>
            <a:chOff x="0" y="0"/>
            <a:chExt cx="1766291" cy="172166"/>
          </a:xfrm>
        </p:grpSpPr>
        <p:sp>
          <p:nvSpPr>
            <p:cNvPr id="8" name="Freeform 3">
              <a:extLst>
                <a:ext uri="{FF2B5EF4-FFF2-40B4-BE49-F238E27FC236}">
                  <a16:creationId xmlns:a16="http://schemas.microsoft.com/office/drawing/2014/main" id="{10FD10CC-0861-8240-04EE-4F47E4A6221C}"/>
                </a:ext>
              </a:extLst>
            </p:cNvPr>
            <p:cNvSpPr/>
            <p:nvPr/>
          </p:nvSpPr>
          <p:spPr>
            <a:xfrm>
              <a:off x="0" y="0"/>
              <a:ext cx="1766291" cy="172166"/>
            </a:xfrm>
            <a:custGeom>
              <a:avLst/>
              <a:gdLst/>
              <a:ahLst/>
              <a:cxnLst/>
              <a:rect l="l" t="t" r="r" b="b"/>
              <a:pathLst>
                <a:path w="1766291" h="172166">
                  <a:moveTo>
                    <a:pt x="0" y="0"/>
                  </a:moveTo>
                  <a:lnTo>
                    <a:pt x="1766291" y="0"/>
                  </a:lnTo>
                  <a:lnTo>
                    <a:pt x="1766291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9" name="TextBox 4">
              <a:extLst>
                <a:ext uri="{FF2B5EF4-FFF2-40B4-BE49-F238E27FC236}">
                  <a16:creationId xmlns:a16="http://schemas.microsoft.com/office/drawing/2014/main" id="{5F3D8F1C-FAA2-E47B-C1D7-167924A309EB}"/>
                </a:ext>
              </a:extLst>
            </p:cNvPr>
            <p:cNvSpPr txBox="1"/>
            <p:nvPr/>
          </p:nvSpPr>
          <p:spPr>
            <a:xfrm>
              <a:off x="0" y="-38100"/>
              <a:ext cx="1766291" cy="21026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10" name="Group 5">
            <a:extLst>
              <a:ext uri="{FF2B5EF4-FFF2-40B4-BE49-F238E27FC236}">
                <a16:creationId xmlns:a16="http://schemas.microsoft.com/office/drawing/2014/main" id="{0EAC1094-F540-1EAF-2964-F843E7532DB8}"/>
              </a:ext>
            </a:extLst>
          </p:cNvPr>
          <p:cNvGrpSpPr/>
          <p:nvPr userDrawn="1"/>
        </p:nvGrpSpPr>
        <p:grpSpPr>
          <a:xfrm>
            <a:off x="6243295" y="2886437"/>
            <a:ext cx="3802400" cy="370631"/>
            <a:chOff x="0" y="0"/>
            <a:chExt cx="1766291" cy="172166"/>
          </a:xfrm>
        </p:grpSpPr>
        <p:sp>
          <p:nvSpPr>
            <p:cNvPr id="11" name="Freeform 6">
              <a:extLst>
                <a:ext uri="{FF2B5EF4-FFF2-40B4-BE49-F238E27FC236}">
                  <a16:creationId xmlns:a16="http://schemas.microsoft.com/office/drawing/2014/main" id="{6511ECAA-1F74-EE48-6145-621F7ACCACC2}"/>
                </a:ext>
              </a:extLst>
            </p:cNvPr>
            <p:cNvSpPr/>
            <p:nvPr/>
          </p:nvSpPr>
          <p:spPr>
            <a:xfrm>
              <a:off x="0" y="0"/>
              <a:ext cx="1766291" cy="172166"/>
            </a:xfrm>
            <a:custGeom>
              <a:avLst/>
              <a:gdLst/>
              <a:ahLst/>
              <a:cxnLst/>
              <a:rect l="l" t="t" r="r" b="b"/>
              <a:pathLst>
                <a:path w="1766291" h="172166">
                  <a:moveTo>
                    <a:pt x="0" y="0"/>
                  </a:moveTo>
                  <a:lnTo>
                    <a:pt x="1766291" y="0"/>
                  </a:lnTo>
                  <a:lnTo>
                    <a:pt x="1766291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2" name="TextBox 7">
              <a:extLst>
                <a:ext uri="{FF2B5EF4-FFF2-40B4-BE49-F238E27FC236}">
                  <a16:creationId xmlns:a16="http://schemas.microsoft.com/office/drawing/2014/main" id="{C8D18225-5FBA-A2E4-865C-352A8C28AC5A}"/>
                </a:ext>
              </a:extLst>
            </p:cNvPr>
            <p:cNvSpPr txBox="1"/>
            <p:nvPr/>
          </p:nvSpPr>
          <p:spPr>
            <a:xfrm>
              <a:off x="0" y="-38100"/>
              <a:ext cx="1766291" cy="21026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13" name="Group 8">
            <a:extLst>
              <a:ext uri="{FF2B5EF4-FFF2-40B4-BE49-F238E27FC236}">
                <a16:creationId xmlns:a16="http://schemas.microsoft.com/office/drawing/2014/main" id="{D1EFBB99-71B2-7A42-B13D-17351ED2BDB5}"/>
              </a:ext>
            </a:extLst>
          </p:cNvPr>
          <p:cNvGrpSpPr/>
          <p:nvPr userDrawn="1"/>
        </p:nvGrpSpPr>
        <p:grpSpPr>
          <a:xfrm>
            <a:off x="6243295" y="4850122"/>
            <a:ext cx="3802400" cy="370631"/>
            <a:chOff x="0" y="0"/>
            <a:chExt cx="1766291" cy="172166"/>
          </a:xfrm>
        </p:grpSpPr>
        <p:sp>
          <p:nvSpPr>
            <p:cNvPr id="14" name="Freeform 9">
              <a:extLst>
                <a:ext uri="{FF2B5EF4-FFF2-40B4-BE49-F238E27FC236}">
                  <a16:creationId xmlns:a16="http://schemas.microsoft.com/office/drawing/2014/main" id="{0F705F05-FEBC-F426-2011-A4F8B6B0FC6A}"/>
                </a:ext>
              </a:extLst>
            </p:cNvPr>
            <p:cNvSpPr/>
            <p:nvPr/>
          </p:nvSpPr>
          <p:spPr>
            <a:xfrm>
              <a:off x="0" y="0"/>
              <a:ext cx="1766291" cy="172166"/>
            </a:xfrm>
            <a:custGeom>
              <a:avLst/>
              <a:gdLst/>
              <a:ahLst/>
              <a:cxnLst/>
              <a:rect l="l" t="t" r="r" b="b"/>
              <a:pathLst>
                <a:path w="1766291" h="172166">
                  <a:moveTo>
                    <a:pt x="0" y="0"/>
                  </a:moveTo>
                  <a:lnTo>
                    <a:pt x="1766291" y="0"/>
                  </a:lnTo>
                  <a:lnTo>
                    <a:pt x="1766291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5" name="TextBox 10">
              <a:extLst>
                <a:ext uri="{FF2B5EF4-FFF2-40B4-BE49-F238E27FC236}">
                  <a16:creationId xmlns:a16="http://schemas.microsoft.com/office/drawing/2014/main" id="{26FCCAEE-AD5D-F37D-C3CC-60A835464004}"/>
                </a:ext>
              </a:extLst>
            </p:cNvPr>
            <p:cNvSpPr txBox="1"/>
            <p:nvPr/>
          </p:nvSpPr>
          <p:spPr>
            <a:xfrm>
              <a:off x="0" y="-38100"/>
              <a:ext cx="1766291" cy="21026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6" name="TextBox 11">
            <a:extLst>
              <a:ext uri="{FF2B5EF4-FFF2-40B4-BE49-F238E27FC236}">
                <a16:creationId xmlns:a16="http://schemas.microsoft.com/office/drawing/2014/main" id="{A089FAAD-0335-1D70-6EA3-0608100DA077}"/>
              </a:ext>
            </a:extLst>
          </p:cNvPr>
          <p:cNvSpPr txBox="1"/>
          <p:nvPr userDrawn="1"/>
        </p:nvSpPr>
        <p:spPr>
          <a:xfrm>
            <a:off x="3769516" y="269674"/>
            <a:ext cx="3773906" cy="416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3"/>
              </a:lnSpc>
            </a:pPr>
            <a:r>
              <a:rPr lang="en-US" sz="2933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  <a:r>
              <a:rPr lang="en-US" sz="3334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0B66FB30-64CE-0BE7-E6A8-B35193FF9CD7}"/>
              </a:ext>
            </a:extLst>
          </p:cNvPr>
          <p:cNvSpPr txBox="1"/>
          <p:nvPr userDrawn="1"/>
        </p:nvSpPr>
        <p:spPr>
          <a:xfrm>
            <a:off x="6594755" y="1555893"/>
            <a:ext cx="3099481" cy="39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133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1234567890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3E72C761-7DB7-1AE9-C6EC-FCF24CABC956}"/>
              </a:ext>
            </a:extLst>
          </p:cNvPr>
          <p:cNvSpPr txBox="1"/>
          <p:nvPr userDrawn="1"/>
        </p:nvSpPr>
        <p:spPr>
          <a:xfrm>
            <a:off x="6732303" y="3484740"/>
            <a:ext cx="2849785" cy="39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133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123456789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49C180C3-020B-3A16-37CF-60FCEBE8BDA3}"/>
              </a:ext>
            </a:extLst>
          </p:cNvPr>
          <p:cNvSpPr txBox="1"/>
          <p:nvPr userDrawn="1"/>
        </p:nvSpPr>
        <p:spPr>
          <a:xfrm>
            <a:off x="6719603" y="5392203"/>
            <a:ext cx="2849785" cy="39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133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1234567890</a:t>
            </a:r>
          </a:p>
        </p:txBody>
      </p:sp>
      <p:sp>
        <p:nvSpPr>
          <p:cNvPr id="20" name="TextBox 15">
            <a:extLst>
              <a:ext uri="{FF2B5EF4-FFF2-40B4-BE49-F238E27FC236}">
                <a16:creationId xmlns:a16="http://schemas.microsoft.com/office/drawing/2014/main" id="{AA95A32D-C13F-DF29-FEAE-078AE3195F14}"/>
              </a:ext>
            </a:extLst>
          </p:cNvPr>
          <p:cNvSpPr txBox="1"/>
          <p:nvPr userDrawn="1"/>
        </p:nvSpPr>
        <p:spPr>
          <a:xfrm>
            <a:off x="685800" y="1866526"/>
            <a:ext cx="5067606" cy="30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1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1" name="TextBox 16">
            <a:extLst>
              <a:ext uri="{FF2B5EF4-FFF2-40B4-BE49-F238E27FC236}">
                <a16:creationId xmlns:a16="http://schemas.microsoft.com/office/drawing/2014/main" id="{654A5FD2-622C-D930-FD70-12425ABBAF35}"/>
              </a:ext>
            </a:extLst>
          </p:cNvPr>
          <p:cNvSpPr txBox="1"/>
          <p:nvPr userDrawn="1"/>
        </p:nvSpPr>
        <p:spPr>
          <a:xfrm>
            <a:off x="5656468" y="2080102"/>
            <a:ext cx="4976054" cy="25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2" name="TextBox 17">
            <a:extLst>
              <a:ext uri="{FF2B5EF4-FFF2-40B4-BE49-F238E27FC236}">
                <a16:creationId xmlns:a16="http://schemas.microsoft.com/office/drawing/2014/main" id="{DE4A51AB-7011-188B-995A-31344737EA8F}"/>
              </a:ext>
            </a:extLst>
          </p:cNvPr>
          <p:cNvSpPr txBox="1"/>
          <p:nvPr userDrawn="1"/>
        </p:nvSpPr>
        <p:spPr>
          <a:xfrm>
            <a:off x="5656468" y="4011916"/>
            <a:ext cx="4976054" cy="25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3" name="TextBox 18">
            <a:extLst>
              <a:ext uri="{FF2B5EF4-FFF2-40B4-BE49-F238E27FC236}">
                <a16:creationId xmlns:a16="http://schemas.microsoft.com/office/drawing/2014/main" id="{CD002274-758D-3AFF-E583-CD9B18AFD837}"/>
              </a:ext>
            </a:extLst>
          </p:cNvPr>
          <p:cNvSpPr txBox="1"/>
          <p:nvPr userDrawn="1"/>
        </p:nvSpPr>
        <p:spPr>
          <a:xfrm>
            <a:off x="6719603" y="995774"/>
            <a:ext cx="2849785" cy="25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2133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4" name="TextBox 19">
            <a:extLst>
              <a:ext uri="{FF2B5EF4-FFF2-40B4-BE49-F238E27FC236}">
                <a16:creationId xmlns:a16="http://schemas.microsoft.com/office/drawing/2014/main" id="{E0AD560E-67AD-E920-0C94-D371DD781A29}"/>
              </a:ext>
            </a:extLst>
          </p:cNvPr>
          <p:cNvSpPr txBox="1"/>
          <p:nvPr userDrawn="1"/>
        </p:nvSpPr>
        <p:spPr>
          <a:xfrm>
            <a:off x="6445046" y="2924621"/>
            <a:ext cx="3398899" cy="25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2133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5" name="TextBox 20">
            <a:extLst>
              <a:ext uri="{FF2B5EF4-FFF2-40B4-BE49-F238E27FC236}">
                <a16:creationId xmlns:a16="http://schemas.microsoft.com/office/drawing/2014/main" id="{5F815FB1-A7F5-904D-5EF4-A4B0CE771E21}"/>
              </a:ext>
            </a:extLst>
          </p:cNvPr>
          <p:cNvSpPr txBox="1"/>
          <p:nvPr userDrawn="1"/>
        </p:nvSpPr>
        <p:spPr>
          <a:xfrm>
            <a:off x="6445046" y="4888306"/>
            <a:ext cx="3398899" cy="25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2133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  <a:endParaRPr lang="en-US" sz="1474" b="1" dirty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26" name="TextBox 21">
            <a:extLst>
              <a:ext uri="{FF2B5EF4-FFF2-40B4-BE49-F238E27FC236}">
                <a16:creationId xmlns:a16="http://schemas.microsoft.com/office/drawing/2014/main" id="{BAC0366D-3BF4-87FE-D041-89C3D38A6074}"/>
              </a:ext>
            </a:extLst>
          </p:cNvPr>
          <p:cNvSpPr txBox="1"/>
          <p:nvPr userDrawn="1"/>
        </p:nvSpPr>
        <p:spPr>
          <a:xfrm>
            <a:off x="5656468" y="5943730"/>
            <a:ext cx="4976054" cy="25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989643658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57174166-7BA9-5841-5059-52439B76EF3B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5E2029C-2777-9CAF-2461-39F9C736BD9A}"/>
              </a:ext>
            </a:extLst>
          </p:cNvPr>
          <p:cNvSpPr/>
          <p:nvPr userDrawn="1"/>
        </p:nvSpPr>
        <p:spPr>
          <a:xfrm>
            <a:off x="685800" y="4155214"/>
            <a:ext cx="4687693" cy="2660265"/>
          </a:xfrm>
          <a:custGeom>
            <a:avLst/>
            <a:gdLst/>
            <a:ahLst/>
            <a:cxnLst/>
            <a:rect l="l" t="t" r="r" b="b"/>
            <a:pathLst>
              <a:path w="7031539" h="3990398">
                <a:moveTo>
                  <a:pt x="0" y="0"/>
                </a:moveTo>
                <a:lnTo>
                  <a:pt x="7031539" y="0"/>
                </a:lnTo>
                <a:lnTo>
                  <a:pt x="7031539" y="3990398"/>
                </a:lnTo>
                <a:lnTo>
                  <a:pt x="0" y="399039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6FE80953-F060-D357-5E4D-BBD808B3C40A}"/>
              </a:ext>
            </a:extLst>
          </p:cNvPr>
          <p:cNvPicPr>
            <a:picLocks noChangeAspect="1"/>
          </p:cNvPicPr>
          <p:nvPr userDrawn="1"/>
        </p:nvPicPr>
        <p:blipFill>
          <a:blip r:embed="rId7"/>
          <a:stretch>
            <a:fillRect/>
          </a:stretch>
        </p:blipFill>
        <p:spPr>
          <a:xfrm>
            <a:off x="553773" y="4463051"/>
            <a:ext cx="5331660" cy="1644472"/>
          </a:xfrm>
          <a:prstGeom prst="rect">
            <a:avLst/>
          </a:prstGeom>
        </p:spPr>
      </p:pic>
      <p:sp>
        <p:nvSpPr>
          <p:cNvPr id="7" name="TextBox 20">
            <a:extLst>
              <a:ext uri="{FF2B5EF4-FFF2-40B4-BE49-F238E27FC236}">
                <a16:creationId xmlns:a16="http://schemas.microsoft.com/office/drawing/2014/main" id="{A0D4E5CF-54E7-3ED9-9DE2-8F4C95E3D540}"/>
              </a:ext>
            </a:extLst>
          </p:cNvPr>
          <p:cNvSpPr txBox="1"/>
          <p:nvPr userDrawn="1"/>
        </p:nvSpPr>
        <p:spPr>
          <a:xfrm>
            <a:off x="6719603" y="995774"/>
            <a:ext cx="2849785" cy="234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47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8" name="TextBox 21">
            <a:extLst>
              <a:ext uri="{FF2B5EF4-FFF2-40B4-BE49-F238E27FC236}">
                <a16:creationId xmlns:a16="http://schemas.microsoft.com/office/drawing/2014/main" id="{FAA40153-6927-8AD9-F082-852F1247A5C2}"/>
              </a:ext>
            </a:extLst>
          </p:cNvPr>
          <p:cNvSpPr txBox="1"/>
          <p:nvPr userDrawn="1"/>
        </p:nvSpPr>
        <p:spPr>
          <a:xfrm>
            <a:off x="6445046" y="2924621"/>
            <a:ext cx="3398899" cy="234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47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9" name="TextBox 22">
            <a:extLst>
              <a:ext uri="{FF2B5EF4-FFF2-40B4-BE49-F238E27FC236}">
                <a16:creationId xmlns:a16="http://schemas.microsoft.com/office/drawing/2014/main" id="{FDFD2B55-E50D-EB25-18BF-90CCDA7FA1FA}"/>
              </a:ext>
            </a:extLst>
          </p:cNvPr>
          <p:cNvSpPr txBox="1"/>
          <p:nvPr userDrawn="1"/>
        </p:nvSpPr>
        <p:spPr>
          <a:xfrm>
            <a:off x="6445046" y="4888305"/>
            <a:ext cx="3398899" cy="2349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1474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grpSp>
        <p:nvGrpSpPr>
          <p:cNvPr id="10" name="Group 2">
            <a:extLst>
              <a:ext uri="{FF2B5EF4-FFF2-40B4-BE49-F238E27FC236}">
                <a16:creationId xmlns:a16="http://schemas.microsoft.com/office/drawing/2014/main" id="{CACD65A4-2FC7-F81F-9C7E-3667C1A1CC3A}"/>
              </a:ext>
            </a:extLst>
          </p:cNvPr>
          <p:cNvGrpSpPr/>
          <p:nvPr userDrawn="1"/>
        </p:nvGrpSpPr>
        <p:grpSpPr>
          <a:xfrm>
            <a:off x="6243295" y="957591"/>
            <a:ext cx="3802400" cy="370631"/>
            <a:chOff x="0" y="0"/>
            <a:chExt cx="1766291" cy="172166"/>
          </a:xfrm>
        </p:grpSpPr>
        <p:sp>
          <p:nvSpPr>
            <p:cNvPr id="11" name="Freeform 3">
              <a:extLst>
                <a:ext uri="{FF2B5EF4-FFF2-40B4-BE49-F238E27FC236}">
                  <a16:creationId xmlns:a16="http://schemas.microsoft.com/office/drawing/2014/main" id="{4A0BC801-4450-31EE-414A-692A1FFB5606}"/>
                </a:ext>
              </a:extLst>
            </p:cNvPr>
            <p:cNvSpPr/>
            <p:nvPr/>
          </p:nvSpPr>
          <p:spPr>
            <a:xfrm>
              <a:off x="0" y="0"/>
              <a:ext cx="1766291" cy="172166"/>
            </a:xfrm>
            <a:custGeom>
              <a:avLst/>
              <a:gdLst/>
              <a:ahLst/>
              <a:cxnLst/>
              <a:rect l="l" t="t" r="r" b="b"/>
              <a:pathLst>
                <a:path w="1766291" h="172166">
                  <a:moveTo>
                    <a:pt x="0" y="0"/>
                  </a:moveTo>
                  <a:lnTo>
                    <a:pt x="1766291" y="0"/>
                  </a:lnTo>
                  <a:lnTo>
                    <a:pt x="1766291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2" name="TextBox 4">
              <a:extLst>
                <a:ext uri="{FF2B5EF4-FFF2-40B4-BE49-F238E27FC236}">
                  <a16:creationId xmlns:a16="http://schemas.microsoft.com/office/drawing/2014/main" id="{8BDF24F1-41F6-B5AA-9D02-B2C8C8364188}"/>
                </a:ext>
              </a:extLst>
            </p:cNvPr>
            <p:cNvSpPr txBox="1"/>
            <p:nvPr/>
          </p:nvSpPr>
          <p:spPr>
            <a:xfrm>
              <a:off x="0" y="-38100"/>
              <a:ext cx="1766291" cy="21026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13" name="Group 5">
            <a:extLst>
              <a:ext uri="{FF2B5EF4-FFF2-40B4-BE49-F238E27FC236}">
                <a16:creationId xmlns:a16="http://schemas.microsoft.com/office/drawing/2014/main" id="{18983658-47F9-C1B9-57B8-9FBED58C46DE}"/>
              </a:ext>
            </a:extLst>
          </p:cNvPr>
          <p:cNvGrpSpPr/>
          <p:nvPr userDrawn="1"/>
        </p:nvGrpSpPr>
        <p:grpSpPr>
          <a:xfrm>
            <a:off x="6243295" y="2886437"/>
            <a:ext cx="3802400" cy="370631"/>
            <a:chOff x="0" y="0"/>
            <a:chExt cx="1766291" cy="172166"/>
          </a:xfrm>
        </p:grpSpPr>
        <p:sp>
          <p:nvSpPr>
            <p:cNvPr id="14" name="Freeform 6">
              <a:extLst>
                <a:ext uri="{FF2B5EF4-FFF2-40B4-BE49-F238E27FC236}">
                  <a16:creationId xmlns:a16="http://schemas.microsoft.com/office/drawing/2014/main" id="{C6963F12-3343-1A2A-C0AD-81E948412C9B}"/>
                </a:ext>
              </a:extLst>
            </p:cNvPr>
            <p:cNvSpPr/>
            <p:nvPr/>
          </p:nvSpPr>
          <p:spPr>
            <a:xfrm>
              <a:off x="0" y="0"/>
              <a:ext cx="1766291" cy="172166"/>
            </a:xfrm>
            <a:custGeom>
              <a:avLst/>
              <a:gdLst/>
              <a:ahLst/>
              <a:cxnLst/>
              <a:rect l="l" t="t" r="r" b="b"/>
              <a:pathLst>
                <a:path w="1766291" h="172166">
                  <a:moveTo>
                    <a:pt x="0" y="0"/>
                  </a:moveTo>
                  <a:lnTo>
                    <a:pt x="1766291" y="0"/>
                  </a:lnTo>
                  <a:lnTo>
                    <a:pt x="1766291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5" name="TextBox 7">
              <a:extLst>
                <a:ext uri="{FF2B5EF4-FFF2-40B4-BE49-F238E27FC236}">
                  <a16:creationId xmlns:a16="http://schemas.microsoft.com/office/drawing/2014/main" id="{60DCAB25-6645-1DF6-1B53-3FF06C3B8660}"/>
                </a:ext>
              </a:extLst>
            </p:cNvPr>
            <p:cNvSpPr txBox="1"/>
            <p:nvPr/>
          </p:nvSpPr>
          <p:spPr>
            <a:xfrm>
              <a:off x="0" y="-38100"/>
              <a:ext cx="1766291" cy="21026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grpSp>
        <p:nvGrpSpPr>
          <p:cNvPr id="16" name="Group 8">
            <a:extLst>
              <a:ext uri="{FF2B5EF4-FFF2-40B4-BE49-F238E27FC236}">
                <a16:creationId xmlns:a16="http://schemas.microsoft.com/office/drawing/2014/main" id="{446CFA9A-DBAE-06E7-893C-7B0AECEEA8C7}"/>
              </a:ext>
            </a:extLst>
          </p:cNvPr>
          <p:cNvGrpSpPr/>
          <p:nvPr userDrawn="1"/>
        </p:nvGrpSpPr>
        <p:grpSpPr>
          <a:xfrm>
            <a:off x="6243295" y="4850122"/>
            <a:ext cx="3802400" cy="370631"/>
            <a:chOff x="0" y="0"/>
            <a:chExt cx="1766291" cy="172166"/>
          </a:xfrm>
        </p:grpSpPr>
        <p:sp>
          <p:nvSpPr>
            <p:cNvPr id="17" name="Freeform 9">
              <a:extLst>
                <a:ext uri="{FF2B5EF4-FFF2-40B4-BE49-F238E27FC236}">
                  <a16:creationId xmlns:a16="http://schemas.microsoft.com/office/drawing/2014/main" id="{26AD099B-CC71-365F-0E59-363C7207EA4B}"/>
                </a:ext>
              </a:extLst>
            </p:cNvPr>
            <p:cNvSpPr/>
            <p:nvPr/>
          </p:nvSpPr>
          <p:spPr>
            <a:xfrm>
              <a:off x="0" y="0"/>
              <a:ext cx="1766291" cy="172166"/>
            </a:xfrm>
            <a:custGeom>
              <a:avLst/>
              <a:gdLst/>
              <a:ahLst/>
              <a:cxnLst/>
              <a:rect l="l" t="t" r="r" b="b"/>
              <a:pathLst>
                <a:path w="1766291" h="172166">
                  <a:moveTo>
                    <a:pt x="0" y="0"/>
                  </a:moveTo>
                  <a:lnTo>
                    <a:pt x="1766291" y="0"/>
                  </a:lnTo>
                  <a:lnTo>
                    <a:pt x="1766291" y="172166"/>
                  </a:lnTo>
                  <a:lnTo>
                    <a:pt x="0" y="172166"/>
                  </a:ln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8" name="TextBox 10">
              <a:extLst>
                <a:ext uri="{FF2B5EF4-FFF2-40B4-BE49-F238E27FC236}">
                  <a16:creationId xmlns:a16="http://schemas.microsoft.com/office/drawing/2014/main" id="{66FF374E-D3A6-1F67-15A0-F76F10827DB4}"/>
                </a:ext>
              </a:extLst>
            </p:cNvPr>
            <p:cNvSpPr txBox="1"/>
            <p:nvPr/>
          </p:nvSpPr>
          <p:spPr>
            <a:xfrm>
              <a:off x="0" y="-38100"/>
              <a:ext cx="1766291" cy="210266"/>
            </a:xfrm>
            <a:prstGeom prst="rect">
              <a:avLst/>
            </a:prstGeom>
          </p:spPr>
          <p:txBody>
            <a:bodyPr lIns="33867" tIns="33867" rIns="33867" bIns="33867" rtlCol="0" anchor="ctr"/>
            <a:lstStyle/>
            <a:p>
              <a:pPr algn="ctr">
                <a:lnSpc>
                  <a:spcPts val="1773"/>
                </a:lnSpc>
              </a:pPr>
              <a:endParaRPr sz="1200"/>
            </a:p>
          </p:txBody>
        </p:sp>
      </p:grpSp>
      <p:sp>
        <p:nvSpPr>
          <p:cNvPr id="19" name="TextBox 11">
            <a:extLst>
              <a:ext uri="{FF2B5EF4-FFF2-40B4-BE49-F238E27FC236}">
                <a16:creationId xmlns:a16="http://schemas.microsoft.com/office/drawing/2014/main" id="{2897CFC8-33BD-A23E-8428-0F0456EBA31E}"/>
              </a:ext>
            </a:extLst>
          </p:cNvPr>
          <p:cNvSpPr txBox="1"/>
          <p:nvPr userDrawn="1"/>
        </p:nvSpPr>
        <p:spPr>
          <a:xfrm>
            <a:off x="3769516" y="269674"/>
            <a:ext cx="3773906" cy="41620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133"/>
              </a:lnSpc>
            </a:pPr>
            <a:r>
              <a:rPr lang="en-US" sz="2933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  <a:r>
              <a:rPr lang="en-US" sz="3334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 </a:t>
            </a:r>
          </a:p>
        </p:txBody>
      </p:sp>
      <p:sp>
        <p:nvSpPr>
          <p:cNvPr id="20" name="TextBox 12">
            <a:extLst>
              <a:ext uri="{FF2B5EF4-FFF2-40B4-BE49-F238E27FC236}">
                <a16:creationId xmlns:a16="http://schemas.microsoft.com/office/drawing/2014/main" id="{865C0368-C17C-E90B-BB69-D1B64509E84F}"/>
              </a:ext>
            </a:extLst>
          </p:cNvPr>
          <p:cNvSpPr txBox="1"/>
          <p:nvPr userDrawn="1"/>
        </p:nvSpPr>
        <p:spPr>
          <a:xfrm>
            <a:off x="6594755" y="1555893"/>
            <a:ext cx="3099481" cy="39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133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1234567890</a:t>
            </a:r>
          </a:p>
        </p:txBody>
      </p:sp>
      <p:sp>
        <p:nvSpPr>
          <p:cNvPr id="21" name="TextBox 13">
            <a:extLst>
              <a:ext uri="{FF2B5EF4-FFF2-40B4-BE49-F238E27FC236}">
                <a16:creationId xmlns:a16="http://schemas.microsoft.com/office/drawing/2014/main" id="{EBAFCDB9-121A-8D87-409E-5D9600C76E49}"/>
              </a:ext>
            </a:extLst>
          </p:cNvPr>
          <p:cNvSpPr txBox="1"/>
          <p:nvPr userDrawn="1"/>
        </p:nvSpPr>
        <p:spPr>
          <a:xfrm>
            <a:off x="6732303" y="3484740"/>
            <a:ext cx="2849785" cy="39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133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123456789</a:t>
            </a:r>
          </a:p>
        </p:txBody>
      </p:sp>
      <p:sp>
        <p:nvSpPr>
          <p:cNvPr id="22" name="TextBox 14">
            <a:extLst>
              <a:ext uri="{FF2B5EF4-FFF2-40B4-BE49-F238E27FC236}">
                <a16:creationId xmlns:a16="http://schemas.microsoft.com/office/drawing/2014/main" id="{10485E01-EE65-8EE7-E17F-989F16A5FE6A}"/>
              </a:ext>
            </a:extLst>
          </p:cNvPr>
          <p:cNvSpPr txBox="1"/>
          <p:nvPr userDrawn="1"/>
        </p:nvSpPr>
        <p:spPr>
          <a:xfrm>
            <a:off x="6719603" y="5392203"/>
            <a:ext cx="2849785" cy="39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287"/>
              </a:lnSpc>
            </a:pPr>
            <a:r>
              <a:rPr lang="en-US" sz="2133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1234567890</a:t>
            </a:r>
          </a:p>
        </p:txBody>
      </p:sp>
      <p:sp>
        <p:nvSpPr>
          <p:cNvPr id="23" name="TextBox 15">
            <a:extLst>
              <a:ext uri="{FF2B5EF4-FFF2-40B4-BE49-F238E27FC236}">
                <a16:creationId xmlns:a16="http://schemas.microsoft.com/office/drawing/2014/main" id="{31AA29CA-8B81-54BC-A770-46805B346163}"/>
              </a:ext>
            </a:extLst>
          </p:cNvPr>
          <p:cNvSpPr txBox="1"/>
          <p:nvPr userDrawn="1"/>
        </p:nvSpPr>
        <p:spPr>
          <a:xfrm>
            <a:off x="685800" y="1866526"/>
            <a:ext cx="5067606" cy="30668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>
              <a:lnSpc>
                <a:spcPts val="261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4" name="TextBox 16">
            <a:extLst>
              <a:ext uri="{FF2B5EF4-FFF2-40B4-BE49-F238E27FC236}">
                <a16:creationId xmlns:a16="http://schemas.microsoft.com/office/drawing/2014/main" id="{D370A427-0C64-590D-93C5-BC50DA809CA7}"/>
              </a:ext>
            </a:extLst>
          </p:cNvPr>
          <p:cNvSpPr txBox="1"/>
          <p:nvPr userDrawn="1"/>
        </p:nvSpPr>
        <p:spPr>
          <a:xfrm>
            <a:off x="5656468" y="2080102"/>
            <a:ext cx="4976054" cy="25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5" name="TextBox 17">
            <a:extLst>
              <a:ext uri="{FF2B5EF4-FFF2-40B4-BE49-F238E27FC236}">
                <a16:creationId xmlns:a16="http://schemas.microsoft.com/office/drawing/2014/main" id="{AADD9EAD-711B-0478-FB48-17B5A4094926}"/>
              </a:ext>
            </a:extLst>
          </p:cNvPr>
          <p:cNvSpPr txBox="1"/>
          <p:nvPr userDrawn="1"/>
        </p:nvSpPr>
        <p:spPr>
          <a:xfrm>
            <a:off x="5656468" y="4011916"/>
            <a:ext cx="4976054" cy="25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6" name="TextBox 18">
            <a:extLst>
              <a:ext uri="{FF2B5EF4-FFF2-40B4-BE49-F238E27FC236}">
                <a16:creationId xmlns:a16="http://schemas.microsoft.com/office/drawing/2014/main" id="{5F2C421D-CB51-284C-317F-C7698F85A22E}"/>
              </a:ext>
            </a:extLst>
          </p:cNvPr>
          <p:cNvSpPr txBox="1"/>
          <p:nvPr userDrawn="1"/>
        </p:nvSpPr>
        <p:spPr>
          <a:xfrm>
            <a:off x="6719603" y="995774"/>
            <a:ext cx="2849785" cy="25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2133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7" name="TextBox 19">
            <a:extLst>
              <a:ext uri="{FF2B5EF4-FFF2-40B4-BE49-F238E27FC236}">
                <a16:creationId xmlns:a16="http://schemas.microsoft.com/office/drawing/2014/main" id="{88A5B29C-E6EF-26AC-D72D-03F567B5CDF3}"/>
              </a:ext>
            </a:extLst>
          </p:cNvPr>
          <p:cNvSpPr txBox="1"/>
          <p:nvPr userDrawn="1"/>
        </p:nvSpPr>
        <p:spPr>
          <a:xfrm>
            <a:off x="6445046" y="2924621"/>
            <a:ext cx="3398899" cy="25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2133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8" name="TextBox 20">
            <a:extLst>
              <a:ext uri="{FF2B5EF4-FFF2-40B4-BE49-F238E27FC236}">
                <a16:creationId xmlns:a16="http://schemas.microsoft.com/office/drawing/2014/main" id="{240AF6B3-24BA-4E13-AEA6-454F0B2B1377}"/>
              </a:ext>
            </a:extLst>
          </p:cNvPr>
          <p:cNvSpPr txBox="1"/>
          <p:nvPr userDrawn="1"/>
        </p:nvSpPr>
        <p:spPr>
          <a:xfrm>
            <a:off x="6445046" y="4888306"/>
            <a:ext cx="3398899" cy="258212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872"/>
              </a:lnSpc>
            </a:pPr>
            <a:r>
              <a:rPr lang="en-US" sz="2133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  <a:endParaRPr lang="en-US" sz="1474" b="1" dirty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29" name="TextBox 21">
            <a:extLst>
              <a:ext uri="{FF2B5EF4-FFF2-40B4-BE49-F238E27FC236}">
                <a16:creationId xmlns:a16="http://schemas.microsoft.com/office/drawing/2014/main" id="{994A8B7C-4488-184F-1603-7D2340CC4331}"/>
              </a:ext>
            </a:extLst>
          </p:cNvPr>
          <p:cNvSpPr txBox="1"/>
          <p:nvPr userDrawn="1"/>
        </p:nvSpPr>
        <p:spPr>
          <a:xfrm>
            <a:off x="5656468" y="5943730"/>
            <a:ext cx="4976054" cy="25859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53"/>
              </a:lnSpc>
            </a:pPr>
            <a:r>
              <a:rPr lang="en-US" sz="1600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</p:spTree>
    <p:extLst>
      <p:ext uri="{BB962C8B-B14F-4D97-AF65-F5344CB8AC3E}">
        <p14:creationId xmlns:p14="http://schemas.microsoft.com/office/powerpoint/2010/main" val="2171218919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296271153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12AA181-6435-E4AF-16F0-DA2681307CEA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854056432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9">
            <a:extLst>
              <a:ext uri="{FF2B5EF4-FFF2-40B4-BE49-F238E27FC236}">
                <a16:creationId xmlns:a16="http://schemas.microsoft.com/office/drawing/2014/main" id="{B3A77EA8-5E05-FEFE-BEAF-367475C382AE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36B9-A37A-CCC4-B9F3-6B0A6ED6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7650944E-A522-E768-946A-57C3ED2541E3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AD6595-3ED9-66B0-EF68-23C11230E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400" y="2766218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</p:spTree>
    <p:extLst>
      <p:ext uri="{BB962C8B-B14F-4D97-AF65-F5344CB8AC3E}">
        <p14:creationId xmlns:p14="http://schemas.microsoft.com/office/powerpoint/2010/main" val="1514873854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4">
            <a:extLst>
              <a:ext uri="{FF2B5EF4-FFF2-40B4-BE49-F238E27FC236}">
                <a16:creationId xmlns:a16="http://schemas.microsoft.com/office/drawing/2014/main" id="{7A7DD7D2-D655-C24C-24C9-0BE921EAF131}"/>
              </a:ext>
            </a:extLst>
          </p:cNvPr>
          <p:cNvSpPr/>
          <p:nvPr userDrawn="1"/>
        </p:nvSpPr>
        <p:spPr>
          <a:xfrm>
            <a:off x="5392270" y="3671048"/>
            <a:ext cx="6799729" cy="3179988"/>
          </a:xfrm>
          <a:custGeom>
            <a:avLst/>
            <a:gdLst/>
            <a:ahLst/>
            <a:cxnLst/>
            <a:rect l="l" t="t" r="r" b="b"/>
            <a:pathLst>
              <a:path w="8058531" h="4573607">
                <a:moveTo>
                  <a:pt x="0" y="0"/>
                </a:moveTo>
                <a:lnTo>
                  <a:pt x="8058531" y="0"/>
                </a:lnTo>
                <a:lnTo>
                  <a:pt x="8058531" y="4573607"/>
                </a:lnTo>
                <a:lnTo>
                  <a:pt x="0" y="4573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391" b="-58328"/>
            </a:stretch>
          </a:blipFill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DC64E-D066-8A02-6163-CB0EE6F2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AA20ADF9-4DF4-5513-9607-B010434CA009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65628495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EC5A11DE-BD2A-3DC3-BC95-3FE8F40CD23C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22394-C5C6-F7AA-AD42-2D4074B6E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C2E25-80D1-4672-87B4-4DFB6E2EE7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Sub heading</a:t>
            </a:r>
            <a:endParaRPr lang="en-M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2C2ED-8EB8-C39D-7E10-68E1B1AD1C8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Sub heading</a:t>
            </a:r>
            <a:endParaRPr lang="en-MM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B760C-B206-DC8C-4615-4C83D14E50F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1DDC5938-F8BD-29B9-CA0B-4606466A1961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116447981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EC5A11DE-BD2A-3DC3-BC95-3FE8F40CD23C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22394-C5C6-F7AA-AD42-2D4074B6E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954530"/>
            <a:ext cx="5157787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B760C-B206-DC8C-4615-4C83D14E50F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1954530"/>
            <a:ext cx="5183188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902D848-FBC4-A615-1328-BAF62DDA4409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677235981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EC5A11DE-BD2A-3DC3-BC95-3FE8F40CD23C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22394-C5C6-F7AA-AD42-2D4074B6E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954530"/>
            <a:ext cx="10515600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1047E9D-3559-239B-023F-527B1824819B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494756465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9CD4-9631-AA29-FE6A-E4883D771F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883921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  <a:endParaRPr lang="en-M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78F17-D953-83DA-3D8C-0289961562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pPr/>
              <a:t>‹#›</a:t>
            </a:fld>
            <a:endParaRPr lang="en-MM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F632AC-CBC6-D734-3BBA-EF7AB08727D5}"/>
              </a:ext>
            </a:extLst>
          </p:cNvPr>
          <p:cNvSpPr/>
          <p:nvPr userDrawn="1"/>
        </p:nvSpPr>
        <p:spPr>
          <a:xfrm>
            <a:off x="471040" y="169068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9F909B-4FC1-8962-E4E0-5EFB8E3D758A}"/>
              </a:ext>
            </a:extLst>
          </p:cNvPr>
          <p:cNvSpPr/>
          <p:nvPr userDrawn="1"/>
        </p:nvSpPr>
        <p:spPr>
          <a:xfrm>
            <a:off x="2807970" y="169068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7C586F-B1AC-4277-3F0A-72FE4752769C}"/>
              </a:ext>
            </a:extLst>
          </p:cNvPr>
          <p:cNvSpPr/>
          <p:nvPr userDrawn="1"/>
        </p:nvSpPr>
        <p:spPr>
          <a:xfrm>
            <a:off x="5144900" y="169068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0261D3-0459-CEB4-ADE0-95C8271E6F55}"/>
              </a:ext>
            </a:extLst>
          </p:cNvPr>
          <p:cNvSpPr/>
          <p:nvPr userDrawn="1"/>
        </p:nvSpPr>
        <p:spPr>
          <a:xfrm>
            <a:off x="9768840" y="169068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E937B4-1C96-E29F-90A2-0175378FB3D1}"/>
              </a:ext>
            </a:extLst>
          </p:cNvPr>
          <p:cNvSpPr/>
          <p:nvPr userDrawn="1"/>
        </p:nvSpPr>
        <p:spPr>
          <a:xfrm>
            <a:off x="7456870" y="169068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BA1DD0-403F-990E-D4D6-735B3898DBF9}"/>
              </a:ext>
            </a:extLst>
          </p:cNvPr>
          <p:cNvSpPr/>
          <p:nvPr userDrawn="1"/>
        </p:nvSpPr>
        <p:spPr>
          <a:xfrm>
            <a:off x="471040" y="408876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457FE1-C189-A6E0-E76F-510329BE5BEE}"/>
              </a:ext>
            </a:extLst>
          </p:cNvPr>
          <p:cNvSpPr/>
          <p:nvPr userDrawn="1"/>
        </p:nvSpPr>
        <p:spPr>
          <a:xfrm>
            <a:off x="2807970" y="408876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BA32A7-B0CF-3A23-6D1E-CF3E2C7BD943}"/>
              </a:ext>
            </a:extLst>
          </p:cNvPr>
          <p:cNvSpPr/>
          <p:nvPr userDrawn="1"/>
        </p:nvSpPr>
        <p:spPr>
          <a:xfrm>
            <a:off x="5144900" y="408876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ABF874-FE91-CEA7-2FD2-0C1279F719AE}"/>
              </a:ext>
            </a:extLst>
          </p:cNvPr>
          <p:cNvSpPr/>
          <p:nvPr userDrawn="1"/>
        </p:nvSpPr>
        <p:spPr>
          <a:xfrm>
            <a:off x="9768840" y="408876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7A42E85-1DAF-BC0B-4401-90EEAC386B3B}"/>
              </a:ext>
            </a:extLst>
          </p:cNvPr>
          <p:cNvSpPr/>
          <p:nvPr userDrawn="1"/>
        </p:nvSpPr>
        <p:spPr>
          <a:xfrm>
            <a:off x="7456870" y="408876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ABAE4C-41C7-BEE2-2B13-ADB82E83DB84}"/>
              </a:ext>
            </a:extLst>
          </p:cNvPr>
          <p:cNvSpPr txBox="1"/>
          <p:nvPr userDrawn="1"/>
        </p:nvSpPr>
        <p:spPr>
          <a:xfrm>
            <a:off x="471040" y="340800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727BE3-E315-1FA1-D6D7-179B8683D204}"/>
              </a:ext>
            </a:extLst>
          </p:cNvPr>
          <p:cNvSpPr txBox="1"/>
          <p:nvPr userDrawn="1"/>
        </p:nvSpPr>
        <p:spPr>
          <a:xfrm>
            <a:off x="2915155" y="3396491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8C4B3F-B412-F3FF-8D86-602F56575A1B}"/>
              </a:ext>
            </a:extLst>
          </p:cNvPr>
          <p:cNvSpPr txBox="1"/>
          <p:nvPr userDrawn="1"/>
        </p:nvSpPr>
        <p:spPr>
          <a:xfrm>
            <a:off x="5359270" y="3396491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2D7BB-5E65-CD58-8EAC-25FA560D5607}"/>
              </a:ext>
            </a:extLst>
          </p:cNvPr>
          <p:cNvSpPr txBox="1"/>
          <p:nvPr userDrawn="1"/>
        </p:nvSpPr>
        <p:spPr>
          <a:xfrm>
            <a:off x="7649080" y="3396491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537B59-C95D-49D3-6F8B-1A5AEEDCB38C}"/>
              </a:ext>
            </a:extLst>
          </p:cNvPr>
          <p:cNvSpPr txBox="1"/>
          <p:nvPr userDrawn="1"/>
        </p:nvSpPr>
        <p:spPr>
          <a:xfrm>
            <a:off x="9768840" y="340022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C8440A-D3A0-14CB-0222-66A1678FAA73}"/>
              </a:ext>
            </a:extLst>
          </p:cNvPr>
          <p:cNvSpPr txBox="1"/>
          <p:nvPr userDrawn="1"/>
        </p:nvSpPr>
        <p:spPr>
          <a:xfrm>
            <a:off x="471040" y="5755009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FB4DE6-1C52-C731-F7EE-BE166C75D417}"/>
              </a:ext>
            </a:extLst>
          </p:cNvPr>
          <p:cNvSpPr txBox="1"/>
          <p:nvPr userDrawn="1"/>
        </p:nvSpPr>
        <p:spPr>
          <a:xfrm>
            <a:off x="2915155" y="574349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66BE5B-914E-DEF5-5DB2-018F8C2E9AED}"/>
              </a:ext>
            </a:extLst>
          </p:cNvPr>
          <p:cNvSpPr txBox="1"/>
          <p:nvPr userDrawn="1"/>
        </p:nvSpPr>
        <p:spPr>
          <a:xfrm>
            <a:off x="5359270" y="574349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CE4FED-08E8-5252-335F-0E1E0026D5CF}"/>
              </a:ext>
            </a:extLst>
          </p:cNvPr>
          <p:cNvSpPr txBox="1"/>
          <p:nvPr userDrawn="1"/>
        </p:nvSpPr>
        <p:spPr>
          <a:xfrm>
            <a:off x="7649080" y="574349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1325F0-9C49-620F-78B8-20D350580277}"/>
              </a:ext>
            </a:extLst>
          </p:cNvPr>
          <p:cNvSpPr txBox="1"/>
          <p:nvPr userDrawn="1"/>
        </p:nvSpPr>
        <p:spPr>
          <a:xfrm>
            <a:off x="9768840" y="5747229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37250D4C-6143-8C25-71C7-D54FDBA90D39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13059896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633584" y="6369050"/>
            <a:ext cx="2406623" cy="401611"/>
          </a:xfrm>
        </p:spPr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 dirty="0"/>
          </a:p>
        </p:txBody>
      </p:sp>
      <p:sp>
        <p:nvSpPr>
          <p:cNvPr id="150" name="TextBox 49">
            <a:extLst>
              <a:ext uri="{FF2B5EF4-FFF2-40B4-BE49-F238E27FC236}">
                <a16:creationId xmlns:a16="http://schemas.microsoft.com/office/drawing/2014/main" id="{7E7362B7-777F-2AB0-4CEE-F74ECE0EF192}"/>
              </a:ext>
            </a:extLst>
          </p:cNvPr>
          <p:cNvSpPr txBox="1"/>
          <p:nvPr userDrawn="1"/>
        </p:nvSpPr>
        <p:spPr>
          <a:xfrm>
            <a:off x="6138931" y="1143103"/>
            <a:ext cx="66111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152" name="TextBox 51">
            <a:extLst>
              <a:ext uri="{FF2B5EF4-FFF2-40B4-BE49-F238E27FC236}">
                <a16:creationId xmlns:a16="http://schemas.microsoft.com/office/drawing/2014/main" id="{3FB47102-DFF3-76E1-ECAF-7C594A4CF610}"/>
              </a:ext>
            </a:extLst>
          </p:cNvPr>
          <p:cNvSpPr txBox="1"/>
          <p:nvPr userDrawn="1"/>
        </p:nvSpPr>
        <p:spPr>
          <a:xfrm>
            <a:off x="1645920" y="190386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rgbClr val="457FC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8" name="AutoShape 2">
            <a:extLst>
              <a:ext uri="{FF2B5EF4-FFF2-40B4-BE49-F238E27FC236}">
                <a16:creationId xmlns:a16="http://schemas.microsoft.com/office/drawing/2014/main" id="{7A92E4B3-5338-3AF4-BD75-F9493B24237D}"/>
              </a:ext>
            </a:extLst>
          </p:cNvPr>
          <p:cNvSpPr/>
          <p:nvPr userDrawn="1"/>
        </p:nvSpPr>
        <p:spPr>
          <a:xfrm flipV="1">
            <a:off x="280962" y="2351260"/>
            <a:ext cx="11810298" cy="106234"/>
          </a:xfrm>
          <a:prstGeom prst="rect">
            <a:avLst/>
          </a:prstGeom>
          <a:solidFill>
            <a:srgbClr val="191919"/>
          </a:solidFill>
        </p:spPr>
      </p:sp>
      <p:grpSp>
        <p:nvGrpSpPr>
          <p:cNvPr id="9" name="Group 3">
            <a:extLst>
              <a:ext uri="{FF2B5EF4-FFF2-40B4-BE49-F238E27FC236}">
                <a16:creationId xmlns:a16="http://schemas.microsoft.com/office/drawing/2014/main" id="{1ADD4BED-A738-2AC3-6B0B-D30B32730A79}"/>
              </a:ext>
            </a:extLst>
          </p:cNvPr>
          <p:cNvGrpSpPr/>
          <p:nvPr userDrawn="1"/>
        </p:nvGrpSpPr>
        <p:grpSpPr>
          <a:xfrm>
            <a:off x="2453705" y="3456031"/>
            <a:ext cx="8775795" cy="348641"/>
            <a:chOff x="0" y="0"/>
            <a:chExt cx="39721933" cy="1106170"/>
          </a:xfrm>
        </p:grpSpPr>
        <p:sp>
          <p:nvSpPr>
            <p:cNvPr id="10" name="Freeform 4">
              <a:extLst>
                <a:ext uri="{FF2B5EF4-FFF2-40B4-BE49-F238E27FC236}">
                  <a16:creationId xmlns:a16="http://schemas.microsoft.com/office/drawing/2014/main" id="{2418C333-91D5-7A40-0947-A23C81534496}"/>
                </a:ext>
              </a:extLst>
            </p:cNvPr>
            <p:cNvSpPr/>
            <p:nvPr/>
          </p:nvSpPr>
          <p:spPr>
            <a:xfrm>
              <a:off x="0" y="0"/>
              <a:ext cx="39723203" cy="1106170"/>
            </a:xfrm>
            <a:custGeom>
              <a:avLst/>
              <a:gdLst/>
              <a:ahLst/>
              <a:cxnLst/>
              <a:rect l="l" t="t" r="r" b="b"/>
              <a:pathLst>
                <a:path w="39723203" h="1106170">
                  <a:moveTo>
                    <a:pt x="39169482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39169482" y="0"/>
                  </a:lnTo>
                  <a:cubicBezTo>
                    <a:pt x="39475553" y="0"/>
                    <a:pt x="39723203" y="247650"/>
                    <a:pt x="39723203" y="553720"/>
                  </a:cubicBezTo>
                  <a:cubicBezTo>
                    <a:pt x="39721932" y="858520"/>
                    <a:pt x="39474282" y="1106170"/>
                    <a:pt x="39169482" y="1106170"/>
                  </a:cubicBezTo>
                  <a:close/>
                </a:path>
              </a:pathLst>
            </a:custGeom>
            <a:solidFill>
              <a:srgbClr val="191919">
                <a:alpha val="4706"/>
              </a:srgbClr>
            </a:solidFill>
          </p:spPr>
        </p:sp>
      </p:grpSp>
      <p:grpSp>
        <p:nvGrpSpPr>
          <p:cNvPr id="11" name="Group 5">
            <a:extLst>
              <a:ext uri="{FF2B5EF4-FFF2-40B4-BE49-F238E27FC236}">
                <a16:creationId xmlns:a16="http://schemas.microsoft.com/office/drawing/2014/main" id="{1071E7F2-68FE-F25C-1BBE-152731D46EB8}"/>
              </a:ext>
            </a:extLst>
          </p:cNvPr>
          <p:cNvGrpSpPr/>
          <p:nvPr userDrawn="1"/>
        </p:nvGrpSpPr>
        <p:grpSpPr>
          <a:xfrm>
            <a:off x="2418968" y="4118957"/>
            <a:ext cx="8775795" cy="348641"/>
            <a:chOff x="0" y="0"/>
            <a:chExt cx="39721933" cy="1106170"/>
          </a:xfrm>
        </p:grpSpPr>
        <p:sp>
          <p:nvSpPr>
            <p:cNvPr id="12" name="Freeform 6">
              <a:extLst>
                <a:ext uri="{FF2B5EF4-FFF2-40B4-BE49-F238E27FC236}">
                  <a16:creationId xmlns:a16="http://schemas.microsoft.com/office/drawing/2014/main" id="{8DEBD448-70FB-AF04-FBE4-1D91D0794B5C}"/>
                </a:ext>
              </a:extLst>
            </p:cNvPr>
            <p:cNvSpPr/>
            <p:nvPr/>
          </p:nvSpPr>
          <p:spPr>
            <a:xfrm>
              <a:off x="0" y="0"/>
              <a:ext cx="39723203" cy="1106170"/>
            </a:xfrm>
            <a:custGeom>
              <a:avLst/>
              <a:gdLst/>
              <a:ahLst/>
              <a:cxnLst/>
              <a:rect l="l" t="t" r="r" b="b"/>
              <a:pathLst>
                <a:path w="39723203" h="1106170">
                  <a:moveTo>
                    <a:pt x="39169482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39169482" y="0"/>
                  </a:lnTo>
                  <a:cubicBezTo>
                    <a:pt x="39475553" y="0"/>
                    <a:pt x="39723203" y="247650"/>
                    <a:pt x="39723203" y="553720"/>
                  </a:cubicBezTo>
                  <a:cubicBezTo>
                    <a:pt x="39721932" y="858520"/>
                    <a:pt x="39474282" y="1106170"/>
                    <a:pt x="39169482" y="1106170"/>
                  </a:cubicBezTo>
                  <a:close/>
                </a:path>
              </a:pathLst>
            </a:custGeom>
            <a:solidFill>
              <a:srgbClr val="191919">
                <a:alpha val="4706"/>
              </a:srgbClr>
            </a:solidFill>
          </p:spPr>
        </p:sp>
      </p:grpSp>
      <p:grpSp>
        <p:nvGrpSpPr>
          <p:cNvPr id="13" name="Group 7">
            <a:extLst>
              <a:ext uri="{FF2B5EF4-FFF2-40B4-BE49-F238E27FC236}">
                <a16:creationId xmlns:a16="http://schemas.microsoft.com/office/drawing/2014/main" id="{C33889BC-2BEF-D443-84D9-01083FE79BB2}"/>
              </a:ext>
            </a:extLst>
          </p:cNvPr>
          <p:cNvGrpSpPr/>
          <p:nvPr userDrawn="1"/>
        </p:nvGrpSpPr>
        <p:grpSpPr>
          <a:xfrm>
            <a:off x="2453705" y="4781882"/>
            <a:ext cx="8775795" cy="348641"/>
            <a:chOff x="0" y="0"/>
            <a:chExt cx="39721933" cy="1106170"/>
          </a:xfrm>
        </p:grpSpPr>
        <p:sp>
          <p:nvSpPr>
            <p:cNvPr id="14" name="Freeform 8">
              <a:extLst>
                <a:ext uri="{FF2B5EF4-FFF2-40B4-BE49-F238E27FC236}">
                  <a16:creationId xmlns:a16="http://schemas.microsoft.com/office/drawing/2014/main" id="{0D550115-5933-4178-C85D-A9002FBD1AB2}"/>
                </a:ext>
              </a:extLst>
            </p:cNvPr>
            <p:cNvSpPr/>
            <p:nvPr/>
          </p:nvSpPr>
          <p:spPr>
            <a:xfrm>
              <a:off x="0" y="0"/>
              <a:ext cx="39723203" cy="1106170"/>
            </a:xfrm>
            <a:custGeom>
              <a:avLst/>
              <a:gdLst/>
              <a:ahLst/>
              <a:cxnLst/>
              <a:rect l="l" t="t" r="r" b="b"/>
              <a:pathLst>
                <a:path w="39723203" h="1106170">
                  <a:moveTo>
                    <a:pt x="39169482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39169482" y="0"/>
                  </a:lnTo>
                  <a:cubicBezTo>
                    <a:pt x="39475553" y="0"/>
                    <a:pt x="39723203" y="247650"/>
                    <a:pt x="39723203" y="553720"/>
                  </a:cubicBezTo>
                  <a:cubicBezTo>
                    <a:pt x="39721932" y="858520"/>
                    <a:pt x="39474282" y="1106170"/>
                    <a:pt x="39169482" y="1106170"/>
                  </a:cubicBezTo>
                  <a:close/>
                </a:path>
              </a:pathLst>
            </a:custGeom>
            <a:solidFill>
              <a:srgbClr val="191919">
                <a:alpha val="4706"/>
              </a:srgbClr>
            </a:solidFill>
          </p:spPr>
        </p:sp>
      </p:grpSp>
      <p:grpSp>
        <p:nvGrpSpPr>
          <p:cNvPr id="15" name="Group 9">
            <a:extLst>
              <a:ext uri="{FF2B5EF4-FFF2-40B4-BE49-F238E27FC236}">
                <a16:creationId xmlns:a16="http://schemas.microsoft.com/office/drawing/2014/main" id="{CE0E6E94-75DF-F39B-0CF6-8FD9BCC0B950}"/>
              </a:ext>
            </a:extLst>
          </p:cNvPr>
          <p:cNvGrpSpPr/>
          <p:nvPr userDrawn="1"/>
        </p:nvGrpSpPr>
        <p:grpSpPr>
          <a:xfrm>
            <a:off x="2450256" y="5444808"/>
            <a:ext cx="8775795" cy="348641"/>
            <a:chOff x="0" y="0"/>
            <a:chExt cx="39721933" cy="1106170"/>
          </a:xfrm>
        </p:grpSpPr>
        <p:sp>
          <p:nvSpPr>
            <p:cNvPr id="16" name="Freeform 10">
              <a:extLst>
                <a:ext uri="{FF2B5EF4-FFF2-40B4-BE49-F238E27FC236}">
                  <a16:creationId xmlns:a16="http://schemas.microsoft.com/office/drawing/2014/main" id="{E7E1F54C-47F8-187B-4813-963DC10A3AA7}"/>
                </a:ext>
              </a:extLst>
            </p:cNvPr>
            <p:cNvSpPr/>
            <p:nvPr/>
          </p:nvSpPr>
          <p:spPr>
            <a:xfrm>
              <a:off x="0" y="0"/>
              <a:ext cx="39723203" cy="1106170"/>
            </a:xfrm>
            <a:custGeom>
              <a:avLst/>
              <a:gdLst/>
              <a:ahLst/>
              <a:cxnLst/>
              <a:rect l="l" t="t" r="r" b="b"/>
              <a:pathLst>
                <a:path w="39723203" h="1106170">
                  <a:moveTo>
                    <a:pt x="39169482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39169482" y="0"/>
                  </a:lnTo>
                  <a:cubicBezTo>
                    <a:pt x="39475553" y="0"/>
                    <a:pt x="39723203" y="247650"/>
                    <a:pt x="39723203" y="553720"/>
                  </a:cubicBezTo>
                  <a:cubicBezTo>
                    <a:pt x="39721932" y="858520"/>
                    <a:pt x="39474282" y="1106170"/>
                    <a:pt x="39169482" y="1106170"/>
                  </a:cubicBezTo>
                  <a:close/>
                </a:path>
              </a:pathLst>
            </a:custGeom>
            <a:solidFill>
              <a:srgbClr val="191919">
                <a:alpha val="4706"/>
              </a:srgbClr>
            </a:solidFill>
          </p:spPr>
        </p:sp>
      </p:grpSp>
      <p:grpSp>
        <p:nvGrpSpPr>
          <p:cNvPr id="17" name="Group 11">
            <a:extLst>
              <a:ext uri="{FF2B5EF4-FFF2-40B4-BE49-F238E27FC236}">
                <a16:creationId xmlns:a16="http://schemas.microsoft.com/office/drawing/2014/main" id="{9AF1FAC2-01D3-3665-DF98-4D428B485E73}"/>
              </a:ext>
            </a:extLst>
          </p:cNvPr>
          <p:cNvGrpSpPr/>
          <p:nvPr userDrawn="1"/>
        </p:nvGrpSpPr>
        <p:grpSpPr>
          <a:xfrm>
            <a:off x="2464420" y="6107734"/>
            <a:ext cx="8775795" cy="348641"/>
            <a:chOff x="0" y="0"/>
            <a:chExt cx="39721933" cy="1106170"/>
          </a:xfrm>
        </p:grpSpPr>
        <p:sp>
          <p:nvSpPr>
            <p:cNvPr id="18" name="Freeform 12">
              <a:extLst>
                <a:ext uri="{FF2B5EF4-FFF2-40B4-BE49-F238E27FC236}">
                  <a16:creationId xmlns:a16="http://schemas.microsoft.com/office/drawing/2014/main" id="{EFEEC67A-3DFB-38A0-48D5-32382A6FAD08}"/>
                </a:ext>
              </a:extLst>
            </p:cNvPr>
            <p:cNvSpPr/>
            <p:nvPr/>
          </p:nvSpPr>
          <p:spPr>
            <a:xfrm>
              <a:off x="0" y="0"/>
              <a:ext cx="39723203" cy="1106170"/>
            </a:xfrm>
            <a:custGeom>
              <a:avLst/>
              <a:gdLst/>
              <a:ahLst/>
              <a:cxnLst/>
              <a:rect l="l" t="t" r="r" b="b"/>
              <a:pathLst>
                <a:path w="39723203" h="1106170">
                  <a:moveTo>
                    <a:pt x="39169482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39169482" y="0"/>
                  </a:lnTo>
                  <a:cubicBezTo>
                    <a:pt x="39475553" y="0"/>
                    <a:pt x="39723203" y="247650"/>
                    <a:pt x="39723203" y="553720"/>
                  </a:cubicBezTo>
                  <a:cubicBezTo>
                    <a:pt x="39721932" y="858520"/>
                    <a:pt x="39474282" y="1106170"/>
                    <a:pt x="39169482" y="1106170"/>
                  </a:cubicBezTo>
                  <a:close/>
                </a:path>
              </a:pathLst>
            </a:custGeom>
            <a:solidFill>
              <a:srgbClr val="191919">
                <a:alpha val="4706"/>
              </a:srgbClr>
            </a:solidFill>
          </p:spPr>
        </p:sp>
      </p:grpSp>
      <p:sp>
        <p:nvSpPr>
          <p:cNvPr id="23" name="AutoShape 17">
            <a:extLst>
              <a:ext uri="{FF2B5EF4-FFF2-40B4-BE49-F238E27FC236}">
                <a16:creationId xmlns:a16="http://schemas.microsoft.com/office/drawing/2014/main" id="{53A15C8B-7A90-14A8-1DB3-4FA1C7FC34C9}"/>
              </a:ext>
            </a:extLst>
          </p:cNvPr>
          <p:cNvSpPr/>
          <p:nvPr userDrawn="1"/>
        </p:nvSpPr>
        <p:spPr>
          <a:xfrm rot="-5400000" flipV="1">
            <a:off x="2559094" y="4544712"/>
            <a:ext cx="4200083" cy="45719"/>
          </a:xfrm>
          <a:prstGeom prst="rect">
            <a:avLst/>
          </a:prstGeom>
          <a:solidFill>
            <a:srgbClr val="191919">
              <a:alpha val="8627"/>
            </a:srgbClr>
          </a:solidFill>
        </p:spPr>
      </p:sp>
      <p:sp>
        <p:nvSpPr>
          <p:cNvPr id="24" name="AutoShape 18">
            <a:extLst>
              <a:ext uri="{FF2B5EF4-FFF2-40B4-BE49-F238E27FC236}">
                <a16:creationId xmlns:a16="http://schemas.microsoft.com/office/drawing/2014/main" id="{522CC8A0-2EFD-5AEF-703B-EE1509D2FBCE}"/>
              </a:ext>
            </a:extLst>
          </p:cNvPr>
          <p:cNvSpPr/>
          <p:nvPr userDrawn="1"/>
        </p:nvSpPr>
        <p:spPr>
          <a:xfrm rot="-5400000">
            <a:off x="7104808" y="4636961"/>
            <a:ext cx="4130859" cy="63568"/>
          </a:xfrm>
          <a:prstGeom prst="rect">
            <a:avLst/>
          </a:prstGeom>
          <a:solidFill>
            <a:srgbClr val="191919">
              <a:alpha val="8627"/>
            </a:srgbClr>
          </a:solidFill>
        </p:spPr>
      </p:sp>
      <p:sp>
        <p:nvSpPr>
          <p:cNvPr id="25" name="AutoShape 19">
            <a:extLst>
              <a:ext uri="{FF2B5EF4-FFF2-40B4-BE49-F238E27FC236}">
                <a16:creationId xmlns:a16="http://schemas.microsoft.com/office/drawing/2014/main" id="{479B9479-7908-4102-7669-1B27E6AD4E7A}"/>
              </a:ext>
            </a:extLst>
          </p:cNvPr>
          <p:cNvSpPr/>
          <p:nvPr userDrawn="1"/>
        </p:nvSpPr>
        <p:spPr>
          <a:xfrm rot="-5400000">
            <a:off x="4689264" y="4509484"/>
            <a:ext cx="4342099" cy="107282"/>
          </a:xfrm>
          <a:prstGeom prst="rect">
            <a:avLst/>
          </a:prstGeom>
          <a:solidFill>
            <a:srgbClr val="191919">
              <a:alpha val="8627"/>
            </a:srgbClr>
          </a:solidFill>
        </p:spPr>
      </p:sp>
      <p:sp>
        <p:nvSpPr>
          <p:cNvPr id="26" name="AutoShape 20">
            <a:extLst>
              <a:ext uri="{FF2B5EF4-FFF2-40B4-BE49-F238E27FC236}">
                <a16:creationId xmlns:a16="http://schemas.microsoft.com/office/drawing/2014/main" id="{BF4DFA03-F2D4-7B2C-869B-D3A22654740C}"/>
              </a:ext>
            </a:extLst>
          </p:cNvPr>
          <p:cNvSpPr/>
          <p:nvPr userDrawn="1"/>
        </p:nvSpPr>
        <p:spPr>
          <a:xfrm>
            <a:off x="4719318" y="965550"/>
            <a:ext cx="2137215" cy="1297986"/>
          </a:xfrm>
          <a:prstGeom prst="rect">
            <a:avLst/>
          </a:prstGeom>
          <a:solidFill>
            <a:srgbClr val="28B7AF"/>
          </a:solidFill>
        </p:spPr>
      </p:sp>
      <p:sp>
        <p:nvSpPr>
          <p:cNvPr id="27" name="AutoShape 21">
            <a:extLst>
              <a:ext uri="{FF2B5EF4-FFF2-40B4-BE49-F238E27FC236}">
                <a16:creationId xmlns:a16="http://schemas.microsoft.com/office/drawing/2014/main" id="{68737452-9521-2452-9980-D0716E9A2AE0}"/>
              </a:ext>
            </a:extLst>
          </p:cNvPr>
          <p:cNvSpPr/>
          <p:nvPr userDrawn="1"/>
        </p:nvSpPr>
        <p:spPr>
          <a:xfrm>
            <a:off x="2418968" y="965550"/>
            <a:ext cx="2199945" cy="1297986"/>
          </a:xfrm>
          <a:prstGeom prst="rect">
            <a:avLst/>
          </a:prstGeom>
          <a:solidFill>
            <a:srgbClr val="14D4F4"/>
          </a:solidFill>
        </p:spPr>
      </p:sp>
      <p:sp>
        <p:nvSpPr>
          <p:cNvPr id="28" name="TextBox 22">
            <a:extLst>
              <a:ext uri="{FF2B5EF4-FFF2-40B4-BE49-F238E27FC236}">
                <a16:creationId xmlns:a16="http://schemas.microsoft.com/office/drawing/2014/main" id="{973619C7-7C1A-731A-9669-0370A8476BE0}"/>
              </a:ext>
            </a:extLst>
          </p:cNvPr>
          <p:cNvSpPr txBox="1"/>
          <p:nvPr userDrawn="1"/>
        </p:nvSpPr>
        <p:spPr>
          <a:xfrm>
            <a:off x="2708731" y="1307177"/>
            <a:ext cx="1300879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11"/>
              </a:lnSpc>
              <a:spcBef>
                <a:spcPct val="0"/>
              </a:spcBef>
            </a:pPr>
            <a:r>
              <a:rPr lang="en-US" sz="2400" b="1" spc="109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Target</a:t>
            </a:r>
          </a:p>
        </p:txBody>
      </p:sp>
      <p:sp>
        <p:nvSpPr>
          <p:cNvPr id="29" name="AutoShape 23">
            <a:extLst>
              <a:ext uri="{FF2B5EF4-FFF2-40B4-BE49-F238E27FC236}">
                <a16:creationId xmlns:a16="http://schemas.microsoft.com/office/drawing/2014/main" id="{B0A083FD-3B86-A99F-8440-CC3749C395B5}"/>
              </a:ext>
            </a:extLst>
          </p:cNvPr>
          <p:cNvSpPr/>
          <p:nvPr userDrawn="1"/>
        </p:nvSpPr>
        <p:spPr>
          <a:xfrm>
            <a:off x="6933901" y="965550"/>
            <a:ext cx="2160253" cy="1297986"/>
          </a:xfrm>
          <a:prstGeom prst="rect">
            <a:avLst/>
          </a:prstGeom>
          <a:solidFill>
            <a:srgbClr val="099CCC"/>
          </a:solidFill>
        </p:spPr>
      </p:sp>
      <p:sp>
        <p:nvSpPr>
          <p:cNvPr id="30" name="AutoShape 24">
            <a:extLst>
              <a:ext uri="{FF2B5EF4-FFF2-40B4-BE49-F238E27FC236}">
                <a16:creationId xmlns:a16="http://schemas.microsoft.com/office/drawing/2014/main" id="{D73D8426-3FB9-B9F9-F9D5-B9A7AEC252EE}"/>
              </a:ext>
            </a:extLst>
          </p:cNvPr>
          <p:cNvSpPr/>
          <p:nvPr userDrawn="1"/>
        </p:nvSpPr>
        <p:spPr>
          <a:xfrm>
            <a:off x="9206270" y="965550"/>
            <a:ext cx="2125504" cy="1297986"/>
          </a:xfrm>
          <a:prstGeom prst="rect">
            <a:avLst/>
          </a:prstGeom>
          <a:solidFill>
            <a:srgbClr val="457FC1"/>
          </a:solidFill>
        </p:spPr>
      </p:sp>
      <p:sp>
        <p:nvSpPr>
          <p:cNvPr id="31" name="TextBox 25">
            <a:extLst>
              <a:ext uri="{FF2B5EF4-FFF2-40B4-BE49-F238E27FC236}">
                <a16:creationId xmlns:a16="http://schemas.microsoft.com/office/drawing/2014/main" id="{CC5C2A13-333D-1DEA-9A6B-9A0307AB1FBD}"/>
              </a:ext>
            </a:extLst>
          </p:cNvPr>
          <p:cNvSpPr txBox="1"/>
          <p:nvPr userDrawn="1"/>
        </p:nvSpPr>
        <p:spPr>
          <a:xfrm>
            <a:off x="634482" y="2714257"/>
            <a:ext cx="2384047" cy="42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119" dirty="0">
                <a:solidFill>
                  <a:srgbClr val="002060"/>
                </a:solidFill>
                <a:latin typeface="Helvetica" pitchFamily="2" charset="0"/>
                <a:ea typeface="Aileron Regular"/>
                <a:cs typeface="Aileron Regular"/>
                <a:sym typeface="Aileron Regular"/>
              </a:rPr>
              <a:t>Activity 1</a:t>
            </a:r>
          </a:p>
        </p:txBody>
      </p:sp>
      <p:sp>
        <p:nvSpPr>
          <p:cNvPr id="32" name="TextBox 26">
            <a:extLst>
              <a:ext uri="{FF2B5EF4-FFF2-40B4-BE49-F238E27FC236}">
                <a16:creationId xmlns:a16="http://schemas.microsoft.com/office/drawing/2014/main" id="{78D325B4-7691-8512-BD95-833306C7DC49}"/>
              </a:ext>
            </a:extLst>
          </p:cNvPr>
          <p:cNvSpPr txBox="1"/>
          <p:nvPr userDrawn="1"/>
        </p:nvSpPr>
        <p:spPr>
          <a:xfrm>
            <a:off x="634483" y="3377182"/>
            <a:ext cx="2282568" cy="42748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119" dirty="0">
                <a:solidFill>
                  <a:srgbClr val="002060"/>
                </a:solidFill>
                <a:latin typeface="Helvetica" pitchFamily="2" charset="0"/>
                <a:ea typeface="Aileron Regular"/>
                <a:cs typeface="Aileron Regular"/>
                <a:sym typeface="Aileron Regular"/>
              </a:rPr>
              <a:t>Activity 2</a:t>
            </a:r>
          </a:p>
        </p:txBody>
      </p:sp>
      <p:sp>
        <p:nvSpPr>
          <p:cNvPr id="33" name="TextBox 27">
            <a:extLst>
              <a:ext uri="{FF2B5EF4-FFF2-40B4-BE49-F238E27FC236}">
                <a16:creationId xmlns:a16="http://schemas.microsoft.com/office/drawing/2014/main" id="{E5D25441-FE7E-12B8-A8AD-A2620A0D478E}"/>
              </a:ext>
            </a:extLst>
          </p:cNvPr>
          <p:cNvSpPr txBox="1"/>
          <p:nvPr userDrawn="1"/>
        </p:nvSpPr>
        <p:spPr>
          <a:xfrm>
            <a:off x="634483" y="4040108"/>
            <a:ext cx="2560934" cy="427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119" dirty="0">
                <a:solidFill>
                  <a:srgbClr val="002060"/>
                </a:solidFill>
                <a:latin typeface="Helvetica" pitchFamily="2" charset="0"/>
                <a:ea typeface="Aileron Regular"/>
                <a:cs typeface="Aileron Regular"/>
                <a:sym typeface="Aileron Regular"/>
              </a:rPr>
              <a:t>Activity 3</a:t>
            </a:r>
          </a:p>
        </p:txBody>
      </p:sp>
      <p:sp>
        <p:nvSpPr>
          <p:cNvPr id="34" name="TextBox 28">
            <a:extLst>
              <a:ext uri="{FF2B5EF4-FFF2-40B4-BE49-F238E27FC236}">
                <a16:creationId xmlns:a16="http://schemas.microsoft.com/office/drawing/2014/main" id="{C52F022A-5B56-CB75-3A0F-9BFC3FEE9221}"/>
              </a:ext>
            </a:extLst>
          </p:cNvPr>
          <p:cNvSpPr txBox="1"/>
          <p:nvPr userDrawn="1"/>
        </p:nvSpPr>
        <p:spPr>
          <a:xfrm>
            <a:off x="634482" y="4703034"/>
            <a:ext cx="2384047" cy="427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119" dirty="0">
                <a:solidFill>
                  <a:srgbClr val="002060"/>
                </a:solidFill>
                <a:latin typeface="Helvetica" pitchFamily="2" charset="0"/>
                <a:ea typeface="Aileron Regular"/>
                <a:cs typeface="Aileron Regular"/>
                <a:sym typeface="Aileron Regular"/>
              </a:rPr>
              <a:t>Activity 4</a:t>
            </a:r>
          </a:p>
        </p:txBody>
      </p:sp>
      <p:sp>
        <p:nvSpPr>
          <p:cNvPr id="35" name="TextBox 29">
            <a:extLst>
              <a:ext uri="{FF2B5EF4-FFF2-40B4-BE49-F238E27FC236}">
                <a16:creationId xmlns:a16="http://schemas.microsoft.com/office/drawing/2014/main" id="{D579129F-66C7-AF4B-FFF1-C904B77C8DDA}"/>
              </a:ext>
            </a:extLst>
          </p:cNvPr>
          <p:cNvSpPr txBox="1"/>
          <p:nvPr userDrawn="1"/>
        </p:nvSpPr>
        <p:spPr>
          <a:xfrm>
            <a:off x="634482" y="5365959"/>
            <a:ext cx="2384047" cy="427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119" dirty="0">
                <a:solidFill>
                  <a:srgbClr val="002060"/>
                </a:solidFill>
                <a:latin typeface="Helvetica" pitchFamily="2" charset="0"/>
                <a:ea typeface="Aileron Regular"/>
                <a:cs typeface="Aileron Regular"/>
                <a:sym typeface="Aileron Regular"/>
              </a:rPr>
              <a:t>Activity 5</a:t>
            </a:r>
          </a:p>
        </p:txBody>
      </p:sp>
      <p:sp>
        <p:nvSpPr>
          <p:cNvPr id="36" name="TextBox 30">
            <a:extLst>
              <a:ext uri="{FF2B5EF4-FFF2-40B4-BE49-F238E27FC236}">
                <a16:creationId xmlns:a16="http://schemas.microsoft.com/office/drawing/2014/main" id="{3F0988D5-B093-91A7-D574-E89030D1550D}"/>
              </a:ext>
            </a:extLst>
          </p:cNvPr>
          <p:cNvSpPr txBox="1"/>
          <p:nvPr userDrawn="1"/>
        </p:nvSpPr>
        <p:spPr>
          <a:xfrm>
            <a:off x="634483" y="6028886"/>
            <a:ext cx="2171856" cy="42748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599"/>
              </a:lnSpc>
            </a:pPr>
            <a:r>
              <a:rPr lang="en-US" sz="2399" spc="119" dirty="0">
                <a:solidFill>
                  <a:srgbClr val="002060"/>
                </a:solidFill>
                <a:latin typeface="Helvetica" pitchFamily="2" charset="0"/>
                <a:ea typeface="Aileron Regular"/>
                <a:cs typeface="Aileron Regular"/>
                <a:sym typeface="Aileron Regular"/>
              </a:rPr>
              <a:t>Activity 6</a:t>
            </a:r>
          </a:p>
        </p:txBody>
      </p:sp>
      <p:grpSp>
        <p:nvGrpSpPr>
          <p:cNvPr id="39" name="Group 33">
            <a:extLst>
              <a:ext uri="{FF2B5EF4-FFF2-40B4-BE49-F238E27FC236}">
                <a16:creationId xmlns:a16="http://schemas.microsoft.com/office/drawing/2014/main" id="{2D396D30-D42E-E023-1E3F-7C90C0841E4C}"/>
              </a:ext>
            </a:extLst>
          </p:cNvPr>
          <p:cNvGrpSpPr/>
          <p:nvPr userDrawn="1"/>
        </p:nvGrpSpPr>
        <p:grpSpPr>
          <a:xfrm>
            <a:off x="2419217" y="2654553"/>
            <a:ext cx="8775795" cy="348641"/>
            <a:chOff x="0" y="0"/>
            <a:chExt cx="39721933" cy="1106170"/>
          </a:xfrm>
        </p:grpSpPr>
        <p:sp>
          <p:nvSpPr>
            <p:cNvPr id="40" name="Freeform 34">
              <a:extLst>
                <a:ext uri="{FF2B5EF4-FFF2-40B4-BE49-F238E27FC236}">
                  <a16:creationId xmlns:a16="http://schemas.microsoft.com/office/drawing/2014/main" id="{2F68C57B-15D5-A0CE-5B8C-BF65C8DA5D46}"/>
                </a:ext>
              </a:extLst>
            </p:cNvPr>
            <p:cNvSpPr/>
            <p:nvPr/>
          </p:nvSpPr>
          <p:spPr>
            <a:xfrm>
              <a:off x="0" y="0"/>
              <a:ext cx="39723203" cy="1106170"/>
            </a:xfrm>
            <a:custGeom>
              <a:avLst/>
              <a:gdLst/>
              <a:ahLst/>
              <a:cxnLst/>
              <a:rect l="l" t="t" r="r" b="b"/>
              <a:pathLst>
                <a:path w="39723203" h="1106170">
                  <a:moveTo>
                    <a:pt x="39169482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39169482" y="0"/>
                  </a:lnTo>
                  <a:cubicBezTo>
                    <a:pt x="39475553" y="0"/>
                    <a:pt x="39723203" y="247650"/>
                    <a:pt x="39723203" y="553720"/>
                  </a:cubicBezTo>
                  <a:cubicBezTo>
                    <a:pt x="39721932" y="858520"/>
                    <a:pt x="39474282" y="1106170"/>
                    <a:pt x="39169482" y="1106170"/>
                  </a:cubicBezTo>
                  <a:close/>
                </a:path>
              </a:pathLst>
            </a:custGeom>
            <a:solidFill>
              <a:srgbClr val="191919">
                <a:alpha val="4706"/>
              </a:srgbClr>
            </a:solidFill>
          </p:spPr>
        </p:sp>
      </p:grpSp>
      <p:grpSp>
        <p:nvGrpSpPr>
          <p:cNvPr id="41" name="Group 35">
            <a:extLst>
              <a:ext uri="{FF2B5EF4-FFF2-40B4-BE49-F238E27FC236}">
                <a16:creationId xmlns:a16="http://schemas.microsoft.com/office/drawing/2014/main" id="{CF102317-817A-73D1-452F-A32F28815A2A}"/>
              </a:ext>
            </a:extLst>
          </p:cNvPr>
          <p:cNvGrpSpPr/>
          <p:nvPr userDrawn="1"/>
        </p:nvGrpSpPr>
        <p:grpSpPr>
          <a:xfrm>
            <a:off x="3300954" y="2675460"/>
            <a:ext cx="1306580" cy="348641"/>
            <a:chOff x="0" y="0"/>
            <a:chExt cx="5913982" cy="1106170"/>
          </a:xfrm>
        </p:grpSpPr>
        <p:sp>
          <p:nvSpPr>
            <p:cNvPr id="42" name="Freeform 36">
              <a:extLst>
                <a:ext uri="{FF2B5EF4-FFF2-40B4-BE49-F238E27FC236}">
                  <a16:creationId xmlns:a16="http://schemas.microsoft.com/office/drawing/2014/main" id="{9604A542-646D-7342-C117-D59A75F4E732}"/>
                </a:ext>
              </a:extLst>
            </p:cNvPr>
            <p:cNvSpPr/>
            <p:nvPr/>
          </p:nvSpPr>
          <p:spPr>
            <a:xfrm>
              <a:off x="0" y="0"/>
              <a:ext cx="5915252" cy="1106170"/>
            </a:xfrm>
            <a:custGeom>
              <a:avLst/>
              <a:gdLst/>
              <a:ahLst/>
              <a:cxnLst/>
              <a:rect l="l" t="t" r="r" b="b"/>
              <a:pathLst>
                <a:path w="5915252" h="1106170">
                  <a:moveTo>
                    <a:pt x="5361532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361532" y="0"/>
                  </a:lnTo>
                  <a:cubicBezTo>
                    <a:pt x="5667602" y="0"/>
                    <a:pt x="5915252" y="247650"/>
                    <a:pt x="5915252" y="553720"/>
                  </a:cubicBezTo>
                  <a:cubicBezTo>
                    <a:pt x="5913982" y="858520"/>
                    <a:pt x="5666332" y="1106170"/>
                    <a:pt x="5361532" y="1106170"/>
                  </a:cubicBezTo>
                  <a:close/>
                </a:path>
              </a:pathLst>
            </a:custGeom>
            <a:solidFill>
              <a:srgbClr val="14D4F4"/>
            </a:solidFill>
          </p:spPr>
        </p:sp>
      </p:grpSp>
      <p:grpSp>
        <p:nvGrpSpPr>
          <p:cNvPr id="43" name="Group 37">
            <a:extLst>
              <a:ext uri="{FF2B5EF4-FFF2-40B4-BE49-F238E27FC236}">
                <a16:creationId xmlns:a16="http://schemas.microsoft.com/office/drawing/2014/main" id="{2AA26B47-0AF9-4D1F-3BD8-3183CF7621E4}"/>
              </a:ext>
            </a:extLst>
          </p:cNvPr>
          <p:cNvGrpSpPr/>
          <p:nvPr userDrawn="1"/>
        </p:nvGrpSpPr>
        <p:grpSpPr>
          <a:xfrm>
            <a:off x="3375021" y="3456031"/>
            <a:ext cx="2392006" cy="348641"/>
            <a:chOff x="0" y="0"/>
            <a:chExt cx="10826952" cy="1106170"/>
          </a:xfrm>
        </p:grpSpPr>
        <p:sp>
          <p:nvSpPr>
            <p:cNvPr id="44" name="Freeform 38">
              <a:extLst>
                <a:ext uri="{FF2B5EF4-FFF2-40B4-BE49-F238E27FC236}">
                  <a16:creationId xmlns:a16="http://schemas.microsoft.com/office/drawing/2014/main" id="{C9FB43FD-39E7-817A-3ED4-214BB9C44309}"/>
                </a:ext>
              </a:extLst>
            </p:cNvPr>
            <p:cNvSpPr/>
            <p:nvPr/>
          </p:nvSpPr>
          <p:spPr>
            <a:xfrm>
              <a:off x="0" y="0"/>
              <a:ext cx="10828221" cy="1106170"/>
            </a:xfrm>
            <a:custGeom>
              <a:avLst/>
              <a:gdLst/>
              <a:ahLst/>
              <a:cxnLst/>
              <a:rect l="l" t="t" r="r" b="b"/>
              <a:pathLst>
                <a:path w="10828221" h="1106170">
                  <a:moveTo>
                    <a:pt x="10274502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10274502" y="0"/>
                  </a:lnTo>
                  <a:cubicBezTo>
                    <a:pt x="10580571" y="0"/>
                    <a:pt x="10828221" y="247650"/>
                    <a:pt x="10828221" y="553720"/>
                  </a:cubicBezTo>
                  <a:cubicBezTo>
                    <a:pt x="10826952" y="858520"/>
                    <a:pt x="10579302" y="1106170"/>
                    <a:pt x="10274502" y="1106170"/>
                  </a:cubicBezTo>
                  <a:close/>
                </a:path>
              </a:pathLst>
            </a:custGeom>
            <a:solidFill>
              <a:srgbClr val="14D4F4"/>
            </a:solidFill>
          </p:spPr>
        </p:sp>
      </p:grpSp>
      <p:grpSp>
        <p:nvGrpSpPr>
          <p:cNvPr id="45" name="Group 39">
            <a:extLst>
              <a:ext uri="{FF2B5EF4-FFF2-40B4-BE49-F238E27FC236}">
                <a16:creationId xmlns:a16="http://schemas.microsoft.com/office/drawing/2014/main" id="{76DE1C41-A538-E321-8AB1-4B38C79A6CC4}"/>
              </a:ext>
            </a:extLst>
          </p:cNvPr>
          <p:cNvGrpSpPr/>
          <p:nvPr userDrawn="1"/>
        </p:nvGrpSpPr>
        <p:grpSpPr>
          <a:xfrm>
            <a:off x="6905910" y="5444808"/>
            <a:ext cx="2183371" cy="348641"/>
            <a:chOff x="0" y="0"/>
            <a:chExt cx="9882606" cy="1106170"/>
          </a:xfrm>
        </p:grpSpPr>
        <p:sp>
          <p:nvSpPr>
            <p:cNvPr id="46" name="Freeform 40">
              <a:extLst>
                <a:ext uri="{FF2B5EF4-FFF2-40B4-BE49-F238E27FC236}">
                  <a16:creationId xmlns:a16="http://schemas.microsoft.com/office/drawing/2014/main" id="{40BDB6D2-1DA4-360C-956C-FC3D96B340D6}"/>
                </a:ext>
              </a:extLst>
            </p:cNvPr>
            <p:cNvSpPr/>
            <p:nvPr/>
          </p:nvSpPr>
          <p:spPr>
            <a:xfrm>
              <a:off x="0" y="0"/>
              <a:ext cx="9883877" cy="1106170"/>
            </a:xfrm>
            <a:custGeom>
              <a:avLst/>
              <a:gdLst/>
              <a:ahLst/>
              <a:cxnLst/>
              <a:rect l="l" t="t" r="r" b="b"/>
              <a:pathLst>
                <a:path w="9883877" h="1106170">
                  <a:moveTo>
                    <a:pt x="9330156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9330156" y="0"/>
                  </a:lnTo>
                  <a:cubicBezTo>
                    <a:pt x="9636227" y="0"/>
                    <a:pt x="9883877" y="247650"/>
                    <a:pt x="9883877" y="553720"/>
                  </a:cubicBezTo>
                  <a:cubicBezTo>
                    <a:pt x="9882606" y="858520"/>
                    <a:pt x="9634956" y="1106170"/>
                    <a:pt x="9330156" y="1106170"/>
                  </a:cubicBezTo>
                  <a:close/>
                </a:path>
              </a:pathLst>
            </a:custGeom>
            <a:solidFill>
              <a:srgbClr val="099CCC"/>
            </a:solidFill>
          </p:spPr>
        </p:sp>
      </p:grpSp>
      <p:grpSp>
        <p:nvGrpSpPr>
          <p:cNvPr id="51" name="Group 45">
            <a:extLst>
              <a:ext uri="{FF2B5EF4-FFF2-40B4-BE49-F238E27FC236}">
                <a16:creationId xmlns:a16="http://schemas.microsoft.com/office/drawing/2014/main" id="{040BF6B9-1730-0229-AE0D-851C2E287F5F}"/>
              </a:ext>
            </a:extLst>
          </p:cNvPr>
          <p:cNvGrpSpPr/>
          <p:nvPr userDrawn="1"/>
        </p:nvGrpSpPr>
        <p:grpSpPr>
          <a:xfrm>
            <a:off x="5585793" y="4118957"/>
            <a:ext cx="1306580" cy="348641"/>
            <a:chOff x="0" y="0"/>
            <a:chExt cx="5913982" cy="1106170"/>
          </a:xfrm>
        </p:grpSpPr>
        <p:sp>
          <p:nvSpPr>
            <p:cNvPr id="52" name="Freeform 46">
              <a:extLst>
                <a:ext uri="{FF2B5EF4-FFF2-40B4-BE49-F238E27FC236}">
                  <a16:creationId xmlns:a16="http://schemas.microsoft.com/office/drawing/2014/main" id="{2CF71A15-8372-59AD-7067-483146EF79F1}"/>
                </a:ext>
              </a:extLst>
            </p:cNvPr>
            <p:cNvSpPr/>
            <p:nvPr/>
          </p:nvSpPr>
          <p:spPr>
            <a:xfrm>
              <a:off x="0" y="0"/>
              <a:ext cx="5915252" cy="1106170"/>
            </a:xfrm>
            <a:custGeom>
              <a:avLst/>
              <a:gdLst/>
              <a:ahLst/>
              <a:cxnLst/>
              <a:rect l="l" t="t" r="r" b="b"/>
              <a:pathLst>
                <a:path w="5915252" h="1106170">
                  <a:moveTo>
                    <a:pt x="5361532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361532" y="0"/>
                  </a:lnTo>
                  <a:cubicBezTo>
                    <a:pt x="5667602" y="0"/>
                    <a:pt x="5915252" y="247650"/>
                    <a:pt x="5915252" y="553720"/>
                  </a:cubicBezTo>
                  <a:cubicBezTo>
                    <a:pt x="5913982" y="858520"/>
                    <a:pt x="5666332" y="1106170"/>
                    <a:pt x="5361532" y="1106170"/>
                  </a:cubicBezTo>
                  <a:close/>
                </a:path>
              </a:pathLst>
            </a:custGeom>
            <a:solidFill>
              <a:srgbClr val="28B7AF"/>
            </a:solidFill>
          </p:spPr>
        </p:sp>
      </p:grpSp>
      <p:grpSp>
        <p:nvGrpSpPr>
          <p:cNvPr id="53" name="Group 47">
            <a:extLst>
              <a:ext uri="{FF2B5EF4-FFF2-40B4-BE49-F238E27FC236}">
                <a16:creationId xmlns:a16="http://schemas.microsoft.com/office/drawing/2014/main" id="{F531D931-B9EE-837C-D4B8-68DD705239B3}"/>
              </a:ext>
            </a:extLst>
          </p:cNvPr>
          <p:cNvGrpSpPr/>
          <p:nvPr userDrawn="1"/>
        </p:nvGrpSpPr>
        <p:grpSpPr>
          <a:xfrm>
            <a:off x="6898643" y="4799421"/>
            <a:ext cx="1306580" cy="348641"/>
            <a:chOff x="0" y="0"/>
            <a:chExt cx="5913982" cy="1106170"/>
          </a:xfrm>
        </p:grpSpPr>
        <p:sp>
          <p:nvSpPr>
            <p:cNvPr id="54" name="Freeform 48">
              <a:extLst>
                <a:ext uri="{FF2B5EF4-FFF2-40B4-BE49-F238E27FC236}">
                  <a16:creationId xmlns:a16="http://schemas.microsoft.com/office/drawing/2014/main" id="{61215F27-F888-F417-79BA-FC097008400E}"/>
                </a:ext>
              </a:extLst>
            </p:cNvPr>
            <p:cNvSpPr/>
            <p:nvPr/>
          </p:nvSpPr>
          <p:spPr>
            <a:xfrm>
              <a:off x="0" y="0"/>
              <a:ext cx="5915252" cy="1106170"/>
            </a:xfrm>
            <a:custGeom>
              <a:avLst/>
              <a:gdLst/>
              <a:ahLst/>
              <a:cxnLst/>
              <a:rect l="l" t="t" r="r" b="b"/>
              <a:pathLst>
                <a:path w="5915252" h="1106170">
                  <a:moveTo>
                    <a:pt x="5361532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361532" y="0"/>
                  </a:lnTo>
                  <a:cubicBezTo>
                    <a:pt x="5667602" y="0"/>
                    <a:pt x="5915252" y="247650"/>
                    <a:pt x="5915252" y="553720"/>
                  </a:cubicBezTo>
                  <a:cubicBezTo>
                    <a:pt x="5913982" y="858520"/>
                    <a:pt x="5666332" y="1106170"/>
                    <a:pt x="5361532" y="1106170"/>
                  </a:cubicBezTo>
                  <a:close/>
                </a:path>
              </a:pathLst>
            </a:custGeom>
            <a:solidFill>
              <a:srgbClr val="28B7AF"/>
            </a:solidFill>
          </p:spPr>
        </p:sp>
      </p:grpSp>
      <p:grpSp>
        <p:nvGrpSpPr>
          <p:cNvPr id="55" name="Group 49">
            <a:extLst>
              <a:ext uri="{FF2B5EF4-FFF2-40B4-BE49-F238E27FC236}">
                <a16:creationId xmlns:a16="http://schemas.microsoft.com/office/drawing/2014/main" id="{3096C434-44B5-AEFF-D52F-B3C135E77358}"/>
              </a:ext>
            </a:extLst>
          </p:cNvPr>
          <p:cNvGrpSpPr/>
          <p:nvPr userDrawn="1"/>
        </p:nvGrpSpPr>
        <p:grpSpPr>
          <a:xfrm>
            <a:off x="7794099" y="6125272"/>
            <a:ext cx="1306580" cy="348641"/>
            <a:chOff x="0" y="0"/>
            <a:chExt cx="5913982" cy="1106170"/>
          </a:xfrm>
        </p:grpSpPr>
        <p:sp>
          <p:nvSpPr>
            <p:cNvPr id="56" name="Freeform 50">
              <a:extLst>
                <a:ext uri="{FF2B5EF4-FFF2-40B4-BE49-F238E27FC236}">
                  <a16:creationId xmlns:a16="http://schemas.microsoft.com/office/drawing/2014/main" id="{DA9839CA-F587-2400-1288-7095DFC944D7}"/>
                </a:ext>
              </a:extLst>
            </p:cNvPr>
            <p:cNvSpPr/>
            <p:nvPr/>
          </p:nvSpPr>
          <p:spPr>
            <a:xfrm>
              <a:off x="0" y="0"/>
              <a:ext cx="5915252" cy="1106170"/>
            </a:xfrm>
            <a:custGeom>
              <a:avLst/>
              <a:gdLst/>
              <a:ahLst/>
              <a:cxnLst/>
              <a:rect l="l" t="t" r="r" b="b"/>
              <a:pathLst>
                <a:path w="5915252" h="1106170">
                  <a:moveTo>
                    <a:pt x="5361532" y="1106170"/>
                  </a:moveTo>
                  <a:lnTo>
                    <a:pt x="553720" y="1106170"/>
                  </a:lnTo>
                  <a:cubicBezTo>
                    <a:pt x="247650" y="1106170"/>
                    <a:pt x="0" y="858520"/>
                    <a:pt x="0" y="553720"/>
                  </a:cubicBezTo>
                  <a:cubicBezTo>
                    <a:pt x="0" y="247650"/>
                    <a:pt x="247650" y="0"/>
                    <a:pt x="553720" y="0"/>
                  </a:cubicBezTo>
                  <a:lnTo>
                    <a:pt x="5361532" y="0"/>
                  </a:lnTo>
                  <a:cubicBezTo>
                    <a:pt x="5667602" y="0"/>
                    <a:pt x="5915252" y="247650"/>
                    <a:pt x="5915252" y="553720"/>
                  </a:cubicBezTo>
                  <a:cubicBezTo>
                    <a:pt x="5913982" y="858520"/>
                    <a:pt x="5666332" y="1106170"/>
                    <a:pt x="5361532" y="1106170"/>
                  </a:cubicBezTo>
                  <a:close/>
                </a:path>
              </a:pathLst>
            </a:custGeom>
            <a:solidFill>
              <a:srgbClr val="099CCC"/>
            </a:solidFill>
          </p:spPr>
        </p:sp>
      </p:grpSp>
      <p:sp>
        <p:nvSpPr>
          <p:cNvPr id="58" name="TextBox 52">
            <a:extLst>
              <a:ext uri="{FF2B5EF4-FFF2-40B4-BE49-F238E27FC236}">
                <a16:creationId xmlns:a16="http://schemas.microsoft.com/office/drawing/2014/main" id="{D224D71A-9341-D090-7E6E-379E0D0F260E}"/>
              </a:ext>
            </a:extLst>
          </p:cNvPr>
          <p:cNvSpPr txBox="1"/>
          <p:nvPr userDrawn="1"/>
        </p:nvSpPr>
        <p:spPr>
          <a:xfrm>
            <a:off x="345022" y="1344403"/>
            <a:ext cx="1913771" cy="109485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480"/>
              </a:lnSpc>
            </a:pPr>
            <a:r>
              <a:rPr lang="en-US" sz="24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Activities Indicators</a:t>
            </a:r>
          </a:p>
        </p:txBody>
      </p:sp>
      <p:sp>
        <p:nvSpPr>
          <p:cNvPr id="59" name="TextBox 53">
            <a:extLst>
              <a:ext uri="{FF2B5EF4-FFF2-40B4-BE49-F238E27FC236}">
                <a16:creationId xmlns:a16="http://schemas.microsoft.com/office/drawing/2014/main" id="{697FE3AA-B810-E3FB-0C8E-E245B3A4D3C5}"/>
              </a:ext>
            </a:extLst>
          </p:cNvPr>
          <p:cNvSpPr txBox="1"/>
          <p:nvPr userDrawn="1"/>
        </p:nvSpPr>
        <p:spPr>
          <a:xfrm>
            <a:off x="5082092" y="1288153"/>
            <a:ext cx="1300879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11"/>
              </a:lnSpc>
              <a:spcBef>
                <a:spcPct val="0"/>
              </a:spcBef>
            </a:pPr>
            <a:r>
              <a:rPr lang="en-US" sz="2400" b="1" spc="109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Output</a:t>
            </a:r>
          </a:p>
        </p:txBody>
      </p:sp>
      <p:sp>
        <p:nvSpPr>
          <p:cNvPr id="60" name="TextBox 54">
            <a:extLst>
              <a:ext uri="{FF2B5EF4-FFF2-40B4-BE49-F238E27FC236}">
                <a16:creationId xmlns:a16="http://schemas.microsoft.com/office/drawing/2014/main" id="{D787366E-CC34-01A8-3462-F2D321925F27}"/>
              </a:ext>
            </a:extLst>
          </p:cNvPr>
          <p:cNvSpPr txBox="1"/>
          <p:nvPr userDrawn="1"/>
        </p:nvSpPr>
        <p:spPr>
          <a:xfrm>
            <a:off x="6979859" y="1309144"/>
            <a:ext cx="2137215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11"/>
              </a:lnSpc>
              <a:spcBef>
                <a:spcPct val="0"/>
              </a:spcBef>
            </a:pPr>
            <a:r>
              <a:rPr lang="en-US" sz="2400" b="1" spc="109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Percentage </a:t>
            </a:r>
          </a:p>
        </p:txBody>
      </p:sp>
      <p:sp>
        <p:nvSpPr>
          <p:cNvPr id="61" name="TextBox 55">
            <a:extLst>
              <a:ext uri="{FF2B5EF4-FFF2-40B4-BE49-F238E27FC236}">
                <a16:creationId xmlns:a16="http://schemas.microsoft.com/office/drawing/2014/main" id="{2E3E3098-3055-F2C9-F9FD-8B34E70E7F12}"/>
              </a:ext>
            </a:extLst>
          </p:cNvPr>
          <p:cNvSpPr txBox="1"/>
          <p:nvPr userDrawn="1"/>
        </p:nvSpPr>
        <p:spPr>
          <a:xfrm>
            <a:off x="9292747" y="1300944"/>
            <a:ext cx="1952550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ctr">
              <a:lnSpc>
                <a:spcPts val="3611"/>
              </a:lnSpc>
              <a:spcBef>
                <a:spcPct val="0"/>
              </a:spcBef>
            </a:pPr>
            <a:r>
              <a:rPr lang="en-US" sz="2400" b="1" spc="109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Remark</a:t>
            </a:r>
          </a:p>
        </p:txBody>
      </p:sp>
      <p:sp>
        <p:nvSpPr>
          <p:cNvPr id="62" name="Freeform 2">
            <a:extLst>
              <a:ext uri="{FF2B5EF4-FFF2-40B4-BE49-F238E27FC236}">
                <a16:creationId xmlns:a16="http://schemas.microsoft.com/office/drawing/2014/main" id="{03A6F9E1-C8F2-8044-6D08-08EED10A8572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218028853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104" name="Freeform 3">
            <a:extLst>
              <a:ext uri="{FF2B5EF4-FFF2-40B4-BE49-F238E27FC236}">
                <a16:creationId xmlns:a16="http://schemas.microsoft.com/office/drawing/2014/main" id="{30E0063D-C3E6-4A4B-7612-BC21E1215415}"/>
              </a:ext>
            </a:extLst>
          </p:cNvPr>
          <p:cNvSpPr/>
          <p:nvPr userDrawn="1"/>
        </p:nvSpPr>
        <p:spPr>
          <a:xfrm>
            <a:off x="630865" y="3309478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5" name="Freeform 4">
            <a:extLst>
              <a:ext uri="{FF2B5EF4-FFF2-40B4-BE49-F238E27FC236}">
                <a16:creationId xmlns:a16="http://schemas.microsoft.com/office/drawing/2014/main" id="{9F36A682-C500-A4A2-F79F-F7191BE6569C}"/>
              </a:ext>
            </a:extLst>
          </p:cNvPr>
          <p:cNvSpPr/>
          <p:nvPr userDrawn="1"/>
        </p:nvSpPr>
        <p:spPr>
          <a:xfrm>
            <a:off x="2247381" y="3338161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6" name="Freeform 5">
            <a:extLst>
              <a:ext uri="{FF2B5EF4-FFF2-40B4-BE49-F238E27FC236}">
                <a16:creationId xmlns:a16="http://schemas.microsoft.com/office/drawing/2014/main" id="{4E724074-436E-630E-A5A0-935896AE934B}"/>
              </a:ext>
            </a:extLst>
          </p:cNvPr>
          <p:cNvSpPr/>
          <p:nvPr userDrawn="1"/>
        </p:nvSpPr>
        <p:spPr>
          <a:xfrm>
            <a:off x="3871256" y="3339580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7" name="Freeform 6">
            <a:extLst>
              <a:ext uri="{FF2B5EF4-FFF2-40B4-BE49-F238E27FC236}">
                <a16:creationId xmlns:a16="http://schemas.microsoft.com/office/drawing/2014/main" id="{3B76B68E-01B0-FC8B-5ABB-1D06F9C31F7C}"/>
              </a:ext>
            </a:extLst>
          </p:cNvPr>
          <p:cNvSpPr/>
          <p:nvPr userDrawn="1"/>
        </p:nvSpPr>
        <p:spPr>
          <a:xfrm>
            <a:off x="5579694" y="3357314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8" name="Freeform 7">
            <a:extLst>
              <a:ext uri="{FF2B5EF4-FFF2-40B4-BE49-F238E27FC236}">
                <a16:creationId xmlns:a16="http://schemas.microsoft.com/office/drawing/2014/main" id="{ECC21FC1-8747-3629-C439-65AE985400F4}"/>
              </a:ext>
            </a:extLst>
          </p:cNvPr>
          <p:cNvSpPr/>
          <p:nvPr userDrawn="1"/>
        </p:nvSpPr>
        <p:spPr>
          <a:xfrm>
            <a:off x="7219093" y="3357314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9" name="Freeform 8">
            <a:extLst>
              <a:ext uri="{FF2B5EF4-FFF2-40B4-BE49-F238E27FC236}">
                <a16:creationId xmlns:a16="http://schemas.microsoft.com/office/drawing/2014/main" id="{1223C033-9F99-7EC8-621A-4A68387339A1}"/>
              </a:ext>
            </a:extLst>
          </p:cNvPr>
          <p:cNvSpPr/>
          <p:nvPr userDrawn="1"/>
        </p:nvSpPr>
        <p:spPr>
          <a:xfrm>
            <a:off x="8895752" y="3365504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0" name="Group 9">
            <a:extLst>
              <a:ext uri="{FF2B5EF4-FFF2-40B4-BE49-F238E27FC236}">
                <a16:creationId xmlns:a16="http://schemas.microsoft.com/office/drawing/2014/main" id="{9AC91223-BE66-E577-4C5F-BD387304B312}"/>
              </a:ext>
            </a:extLst>
          </p:cNvPr>
          <p:cNvGrpSpPr/>
          <p:nvPr userDrawn="1"/>
        </p:nvGrpSpPr>
        <p:grpSpPr>
          <a:xfrm>
            <a:off x="745642" y="1591581"/>
            <a:ext cx="1137974" cy="1103869"/>
            <a:chOff x="0" y="0"/>
            <a:chExt cx="812800" cy="812800"/>
          </a:xfrm>
        </p:grpSpPr>
        <p:sp>
          <p:nvSpPr>
            <p:cNvPr id="111" name="Freeform 10">
              <a:extLst>
                <a:ext uri="{FF2B5EF4-FFF2-40B4-BE49-F238E27FC236}">
                  <a16:creationId xmlns:a16="http://schemas.microsoft.com/office/drawing/2014/main" id="{0E0A5902-3E7A-E64B-6E51-CB4CA16D8B3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D2858"/>
              </a:solidFill>
              <a:prstDash val="solid"/>
              <a:miter/>
            </a:ln>
          </p:spPr>
        </p:sp>
        <p:sp>
          <p:nvSpPr>
            <p:cNvPr id="112" name="TextBox 11">
              <a:extLst>
                <a:ext uri="{FF2B5EF4-FFF2-40B4-BE49-F238E27FC236}">
                  <a16:creationId xmlns:a16="http://schemas.microsoft.com/office/drawing/2014/main" id="{550DA329-AB0E-1AD7-FF57-C73C5AEBBF8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3" name="Group 12">
            <a:extLst>
              <a:ext uri="{FF2B5EF4-FFF2-40B4-BE49-F238E27FC236}">
                <a16:creationId xmlns:a16="http://schemas.microsoft.com/office/drawing/2014/main" id="{E0BB110B-D47F-8566-31EB-A2747808215D}"/>
              </a:ext>
            </a:extLst>
          </p:cNvPr>
          <p:cNvGrpSpPr/>
          <p:nvPr userDrawn="1"/>
        </p:nvGrpSpPr>
        <p:grpSpPr>
          <a:xfrm>
            <a:off x="2251902" y="5306456"/>
            <a:ext cx="1137974" cy="1103869"/>
            <a:chOff x="0" y="0"/>
            <a:chExt cx="812800" cy="812800"/>
          </a:xfrm>
        </p:grpSpPr>
        <p:sp>
          <p:nvSpPr>
            <p:cNvPr id="114" name="Freeform 13">
              <a:extLst>
                <a:ext uri="{FF2B5EF4-FFF2-40B4-BE49-F238E27FC236}">
                  <a16:creationId xmlns:a16="http://schemas.microsoft.com/office/drawing/2014/main" id="{52E7378F-E028-D438-EC15-0CCAAE9EF6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457FC1"/>
              </a:solidFill>
              <a:prstDash val="solid"/>
              <a:miter/>
            </a:ln>
          </p:spPr>
        </p:sp>
        <p:sp>
          <p:nvSpPr>
            <p:cNvPr id="115" name="TextBox 14">
              <a:extLst>
                <a:ext uri="{FF2B5EF4-FFF2-40B4-BE49-F238E27FC236}">
                  <a16:creationId xmlns:a16="http://schemas.microsoft.com/office/drawing/2014/main" id="{8C0CD6FB-B4D7-5A4F-8B2E-33EB21F58C9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6" name="Group 15">
            <a:extLst>
              <a:ext uri="{FF2B5EF4-FFF2-40B4-BE49-F238E27FC236}">
                <a16:creationId xmlns:a16="http://schemas.microsoft.com/office/drawing/2014/main" id="{503F4E6E-8FB9-D5C5-D6DA-5D5DB2AF0678}"/>
              </a:ext>
            </a:extLst>
          </p:cNvPr>
          <p:cNvGrpSpPr/>
          <p:nvPr userDrawn="1"/>
        </p:nvGrpSpPr>
        <p:grpSpPr>
          <a:xfrm>
            <a:off x="3857460" y="1592477"/>
            <a:ext cx="1137974" cy="1103869"/>
            <a:chOff x="0" y="0"/>
            <a:chExt cx="812800" cy="812800"/>
          </a:xfrm>
        </p:grpSpPr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B7DA9426-F822-C3A6-73F2-F606F5F893B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8D7AF"/>
              </a:solidFill>
              <a:prstDash val="solid"/>
              <a:miter/>
            </a:ln>
          </p:spPr>
        </p:sp>
        <p:sp>
          <p:nvSpPr>
            <p:cNvPr id="118" name="TextBox 17">
              <a:extLst>
                <a:ext uri="{FF2B5EF4-FFF2-40B4-BE49-F238E27FC236}">
                  <a16:creationId xmlns:a16="http://schemas.microsoft.com/office/drawing/2014/main" id="{AC5193F4-8709-889D-206B-459D7B58338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9" name="Group 18">
            <a:extLst>
              <a:ext uri="{FF2B5EF4-FFF2-40B4-BE49-F238E27FC236}">
                <a16:creationId xmlns:a16="http://schemas.microsoft.com/office/drawing/2014/main" id="{F205BF7F-430A-04FC-AFA4-6139A2BC6A73}"/>
              </a:ext>
            </a:extLst>
          </p:cNvPr>
          <p:cNvGrpSpPr/>
          <p:nvPr userDrawn="1"/>
        </p:nvGrpSpPr>
        <p:grpSpPr>
          <a:xfrm>
            <a:off x="5675867" y="5265180"/>
            <a:ext cx="1137974" cy="1103869"/>
            <a:chOff x="0" y="0"/>
            <a:chExt cx="812800" cy="812800"/>
          </a:xfrm>
        </p:grpSpPr>
        <p:sp>
          <p:nvSpPr>
            <p:cNvPr id="120" name="Freeform 19">
              <a:extLst>
                <a:ext uri="{FF2B5EF4-FFF2-40B4-BE49-F238E27FC236}">
                  <a16:creationId xmlns:a16="http://schemas.microsoft.com/office/drawing/2014/main" id="{30A83E78-8D51-7A54-F382-70A8C544D09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026773"/>
              </a:solidFill>
              <a:prstDash val="solid"/>
              <a:miter/>
            </a:ln>
          </p:spPr>
        </p:sp>
        <p:sp>
          <p:nvSpPr>
            <p:cNvPr id="121" name="TextBox 20">
              <a:extLst>
                <a:ext uri="{FF2B5EF4-FFF2-40B4-BE49-F238E27FC236}">
                  <a16:creationId xmlns:a16="http://schemas.microsoft.com/office/drawing/2014/main" id="{B62D97B3-7C0B-5F71-630C-3BD83819D3F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2" name="Group 21">
            <a:extLst>
              <a:ext uri="{FF2B5EF4-FFF2-40B4-BE49-F238E27FC236}">
                <a16:creationId xmlns:a16="http://schemas.microsoft.com/office/drawing/2014/main" id="{D8E0F033-1D09-5BB1-A08B-F1F0BC637BDC}"/>
              </a:ext>
            </a:extLst>
          </p:cNvPr>
          <p:cNvGrpSpPr/>
          <p:nvPr userDrawn="1"/>
        </p:nvGrpSpPr>
        <p:grpSpPr>
          <a:xfrm>
            <a:off x="7272643" y="1643325"/>
            <a:ext cx="1137974" cy="1103869"/>
            <a:chOff x="0" y="0"/>
            <a:chExt cx="812800" cy="812800"/>
          </a:xfrm>
        </p:grpSpPr>
        <p:sp>
          <p:nvSpPr>
            <p:cNvPr id="123" name="Freeform 22">
              <a:extLst>
                <a:ext uri="{FF2B5EF4-FFF2-40B4-BE49-F238E27FC236}">
                  <a16:creationId xmlns:a16="http://schemas.microsoft.com/office/drawing/2014/main" id="{CD24E841-BD2F-713E-B9EE-94BC8BE9696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FFB900"/>
              </a:solidFill>
              <a:prstDash val="solid"/>
              <a:miter/>
            </a:ln>
          </p:spPr>
        </p:sp>
        <p:sp>
          <p:nvSpPr>
            <p:cNvPr id="124" name="TextBox 23">
              <a:extLst>
                <a:ext uri="{FF2B5EF4-FFF2-40B4-BE49-F238E27FC236}">
                  <a16:creationId xmlns:a16="http://schemas.microsoft.com/office/drawing/2014/main" id="{145D66C4-3172-DD92-F938-2024F3C1283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5" name="Group 24">
            <a:extLst>
              <a:ext uri="{FF2B5EF4-FFF2-40B4-BE49-F238E27FC236}">
                <a16:creationId xmlns:a16="http://schemas.microsoft.com/office/drawing/2014/main" id="{E41C4475-3D81-AB2C-4E3B-D46D53641C97}"/>
              </a:ext>
            </a:extLst>
          </p:cNvPr>
          <p:cNvGrpSpPr/>
          <p:nvPr userDrawn="1"/>
        </p:nvGrpSpPr>
        <p:grpSpPr>
          <a:xfrm>
            <a:off x="9050145" y="5291421"/>
            <a:ext cx="1137974" cy="1103869"/>
            <a:chOff x="0" y="0"/>
            <a:chExt cx="812800" cy="812800"/>
          </a:xfrm>
        </p:grpSpPr>
        <p:sp>
          <p:nvSpPr>
            <p:cNvPr id="126" name="Freeform 25">
              <a:extLst>
                <a:ext uri="{FF2B5EF4-FFF2-40B4-BE49-F238E27FC236}">
                  <a16:creationId xmlns:a16="http://schemas.microsoft.com/office/drawing/2014/main" id="{5BADD320-D427-1C66-4085-AFD1B45577D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DE5833"/>
              </a:solidFill>
              <a:prstDash val="solid"/>
              <a:miter/>
            </a:ln>
          </p:spPr>
        </p:sp>
        <p:sp>
          <p:nvSpPr>
            <p:cNvPr id="127" name="TextBox 26">
              <a:extLst>
                <a:ext uri="{FF2B5EF4-FFF2-40B4-BE49-F238E27FC236}">
                  <a16:creationId xmlns:a16="http://schemas.microsoft.com/office/drawing/2014/main" id="{64A4A660-8331-882D-09E2-2B73E0A3C95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8" name="AutoShape 27">
            <a:extLst>
              <a:ext uri="{FF2B5EF4-FFF2-40B4-BE49-F238E27FC236}">
                <a16:creationId xmlns:a16="http://schemas.microsoft.com/office/drawing/2014/main" id="{25673FCC-9B9E-B535-10ED-8BE0B53C5103}"/>
              </a:ext>
            </a:extLst>
          </p:cNvPr>
          <p:cNvSpPr/>
          <p:nvPr userDrawn="1"/>
        </p:nvSpPr>
        <p:spPr>
          <a:xfrm flipV="1">
            <a:off x="1313706" y="2793767"/>
            <a:ext cx="0" cy="344733"/>
          </a:xfrm>
          <a:prstGeom prst="line">
            <a:avLst/>
          </a:prstGeom>
          <a:ln w="38100" cap="flat">
            <a:solidFill>
              <a:srgbClr val="11468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9" name="AutoShape 28">
            <a:extLst>
              <a:ext uri="{FF2B5EF4-FFF2-40B4-BE49-F238E27FC236}">
                <a16:creationId xmlns:a16="http://schemas.microsoft.com/office/drawing/2014/main" id="{5FFC1E1B-3DB0-976C-EB83-9AB8AE009B05}"/>
              </a:ext>
            </a:extLst>
          </p:cNvPr>
          <p:cNvSpPr/>
          <p:nvPr userDrawn="1"/>
        </p:nvSpPr>
        <p:spPr>
          <a:xfrm flipV="1">
            <a:off x="2763624" y="4665509"/>
            <a:ext cx="0" cy="461759"/>
          </a:xfrm>
          <a:prstGeom prst="line">
            <a:avLst/>
          </a:prstGeom>
          <a:ln w="38100" cap="flat">
            <a:solidFill>
              <a:srgbClr val="457FC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0" name="AutoShape 29">
            <a:extLst>
              <a:ext uri="{FF2B5EF4-FFF2-40B4-BE49-F238E27FC236}">
                <a16:creationId xmlns:a16="http://schemas.microsoft.com/office/drawing/2014/main" id="{1ADA6A35-0291-0B54-8EDE-D42517A12D67}"/>
              </a:ext>
            </a:extLst>
          </p:cNvPr>
          <p:cNvSpPr/>
          <p:nvPr userDrawn="1"/>
        </p:nvSpPr>
        <p:spPr>
          <a:xfrm flipV="1">
            <a:off x="4391156" y="2806679"/>
            <a:ext cx="0" cy="344733"/>
          </a:xfrm>
          <a:prstGeom prst="line">
            <a:avLst/>
          </a:prstGeom>
          <a:ln w="38100" cap="flat">
            <a:solidFill>
              <a:srgbClr val="2BC5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1" name="AutoShape 30">
            <a:extLst>
              <a:ext uri="{FF2B5EF4-FFF2-40B4-BE49-F238E27FC236}">
                <a16:creationId xmlns:a16="http://schemas.microsoft.com/office/drawing/2014/main" id="{A9EBDEBE-90A3-5D4F-5B98-277165E19313}"/>
              </a:ext>
            </a:extLst>
          </p:cNvPr>
          <p:cNvSpPr/>
          <p:nvPr userDrawn="1"/>
        </p:nvSpPr>
        <p:spPr>
          <a:xfrm flipV="1">
            <a:off x="6264424" y="4717446"/>
            <a:ext cx="0" cy="461759"/>
          </a:xfrm>
          <a:prstGeom prst="line">
            <a:avLst/>
          </a:prstGeom>
          <a:ln w="38100" cap="flat">
            <a:solidFill>
              <a:srgbClr val="31BF8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2" name="AutoShape 31">
            <a:extLst>
              <a:ext uri="{FF2B5EF4-FFF2-40B4-BE49-F238E27FC236}">
                <a16:creationId xmlns:a16="http://schemas.microsoft.com/office/drawing/2014/main" id="{26867B42-E136-1506-51A0-B4E494CDAF97}"/>
              </a:ext>
            </a:extLst>
          </p:cNvPr>
          <p:cNvSpPr/>
          <p:nvPr userDrawn="1"/>
        </p:nvSpPr>
        <p:spPr>
          <a:xfrm flipV="1">
            <a:off x="7720595" y="2824056"/>
            <a:ext cx="0" cy="344733"/>
          </a:xfrm>
          <a:prstGeom prst="line">
            <a:avLst/>
          </a:prstGeom>
          <a:ln w="38100" cap="flat">
            <a:solidFill>
              <a:srgbClr val="77BF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3" name="AutoShape 32">
            <a:extLst>
              <a:ext uri="{FF2B5EF4-FFF2-40B4-BE49-F238E27FC236}">
                <a16:creationId xmlns:a16="http://schemas.microsoft.com/office/drawing/2014/main" id="{6CF7ABDD-937D-F147-15C0-994535860E99}"/>
              </a:ext>
            </a:extLst>
          </p:cNvPr>
          <p:cNvSpPr/>
          <p:nvPr userDrawn="1"/>
        </p:nvSpPr>
        <p:spPr>
          <a:xfrm flipV="1">
            <a:off x="9619132" y="4711300"/>
            <a:ext cx="0" cy="461759"/>
          </a:xfrm>
          <a:prstGeom prst="line">
            <a:avLst/>
          </a:prstGeom>
          <a:ln w="38100" cap="flat">
            <a:solidFill>
              <a:srgbClr val="519D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4" name="TextBox 33">
            <a:extLst>
              <a:ext uri="{FF2B5EF4-FFF2-40B4-BE49-F238E27FC236}">
                <a16:creationId xmlns:a16="http://schemas.microsoft.com/office/drawing/2014/main" id="{EB13100D-4239-41F7-6AD1-47FE01443E09}"/>
              </a:ext>
            </a:extLst>
          </p:cNvPr>
          <p:cNvSpPr txBox="1"/>
          <p:nvPr userDrawn="1"/>
        </p:nvSpPr>
        <p:spPr>
          <a:xfrm>
            <a:off x="174186" y="4738949"/>
            <a:ext cx="213738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35" name="TextBox 34">
            <a:extLst>
              <a:ext uri="{FF2B5EF4-FFF2-40B4-BE49-F238E27FC236}">
                <a16:creationId xmlns:a16="http://schemas.microsoft.com/office/drawing/2014/main" id="{A6249CC7-B4BA-001E-CBED-10E61E2749BE}"/>
              </a:ext>
            </a:extLst>
          </p:cNvPr>
          <p:cNvSpPr txBox="1"/>
          <p:nvPr userDrawn="1"/>
        </p:nvSpPr>
        <p:spPr>
          <a:xfrm>
            <a:off x="866092" y="3560587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136" name="TextBox 35">
            <a:extLst>
              <a:ext uri="{FF2B5EF4-FFF2-40B4-BE49-F238E27FC236}">
                <a16:creationId xmlns:a16="http://schemas.microsoft.com/office/drawing/2014/main" id="{0E361EBB-A4EB-0133-2144-80778992C038}"/>
              </a:ext>
            </a:extLst>
          </p:cNvPr>
          <p:cNvSpPr txBox="1"/>
          <p:nvPr userDrawn="1"/>
        </p:nvSpPr>
        <p:spPr>
          <a:xfrm>
            <a:off x="2481275" y="3589270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137" name="TextBox 36">
            <a:extLst>
              <a:ext uri="{FF2B5EF4-FFF2-40B4-BE49-F238E27FC236}">
                <a16:creationId xmlns:a16="http://schemas.microsoft.com/office/drawing/2014/main" id="{A46344EA-B883-D20E-C5BA-4C2BFBB6CC7B}"/>
              </a:ext>
            </a:extLst>
          </p:cNvPr>
          <p:cNvSpPr txBox="1"/>
          <p:nvPr userDrawn="1"/>
        </p:nvSpPr>
        <p:spPr>
          <a:xfrm>
            <a:off x="1313294" y="1662126"/>
            <a:ext cx="3031526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38" name="TextBox 37">
            <a:extLst>
              <a:ext uri="{FF2B5EF4-FFF2-40B4-BE49-F238E27FC236}">
                <a16:creationId xmlns:a16="http://schemas.microsoft.com/office/drawing/2014/main" id="{8716BA8F-1A37-996D-F158-4830A4DDB067}"/>
              </a:ext>
            </a:extLst>
          </p:cNvPr>
          <p:cNvSpPr txBox="1"/>
          <p:nvPr userDrawn="1"/>
        </p:nvSpPr>
        <p:spPr>
          <a:xfrm>
            <a:off x="-34089" y="5429817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39" name="TextBox 38">
            <a:extLst>
              <a:ext uri="{FF2B5EF4-FFF2-40B4-BE49-F238E27FC236}">
                <a16:creationId xmlns:a16="http://schemas.microsoft.com/office/drawing/2014/main" id="{6B2DC4A5-7CE9-464C-391C-6873D322501E}"/>
              </a:ext>
            </a:extLst>
          </p:cNvPr>
          <p:cNvSpPr txBox="1"/>
          <p:nvPr userDrawn="1"/>
        </p:nvSpPr>
        <p:spPr>
          <a:xfrm>
            <a:off x="1645083" y="2455673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40" name="TextBox 39">
            <a:extLst>
              <a:ext uri="{FF2B5EF4-FFF2-40B4-BE49-F238E27FC236}">
                <a16:creationId xmlns:a16="http://schemas.microsoft.com/office/drawing/2014/main" id="{BB3E8261-7F37-C0C7-11EE-F0468783F6F9}"/>
              </a:ext>
            </a:extLst>
          </p:cNvPr>
          <p:cNvSpPr txBox="1"/>
          <p:nvPr userDrawn="1"/>
        </p:nvSpPr>
        <p:spPr>
          <a:xfrm>
            <a:off x="3314511" y="4717446"/>
            <a:ext cx="213738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41" name="TextBox 40">
            <a:extLst>
              <a:ext uri="{FF2B5EF4-FFF2-40B4-BE49-F238E27FC236}">
                <a16:creationId xmlns:a16="http://schemas.microsoft.com/office/drawing/2014/main" id="{E65ABF2F-6AA4-2756-EC41-F1F7FDAB5EDB}"/>
              </a:ext>
            </a:extLst>
          </p:cNvPr>
          <p:cNvSpPr txBox="1"/>
          <p:nvPr userDrawn="1"/>
        </p:nvSpPr>
        <p:spPr>
          <a:xfrm>
            <a:off x="3193248" y="5431384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42" name="TextBox 41">
            <a:extLst>
              <a:ext uri="{FF2B5EF4-FFF2-40B4-BE49-F238E27FC236}">
                <a16:creationId xmlns:a16="http://schemas.microsoft.com/office/drawing/2014/main" id="{E0FAB7BF-E43D-DF2C-1834-8DCEC54D04E1}"/>
              </a:ext>
            </a:extLst>
          </p:cNvPr>
          <p:cNvSpPr txBox="1"/>
          <p:nvPr userDrawn="1"/>
        </p:nvSpPr>
        <p:spPr>
          <a:xfrm>
            <a:off x="4985510" y="1644221"/>
            <a:ext cx="213738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43" name="TextBox 42">
            <a:extLst>
              <a:ext uri="{FF2B5EF4-FFF2-40B4-BE49-F238E27FC236}">
                <a16:creationId xmlns:a16="http://schemas.microsoft.com/office/drawing/2014/main" id="{DC27C40A-FF1C-52C7-ADD1-354B384BA3B3}"/>
              </a:ext>
            </a:extLst>
          </p:cNvPr>
          <p:cNvSpPr txBox="1"/>
          <p:nvPr userDrawn="1"/>
        </p:nvSpPr>
        <p:spPr>
          <a:xfrm>
            <a:off x="4888749" y="2517667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44" name="TextBox 43">
            <a:extLst>
              <a:ext uri="{FF2B5EF4-FFF2-40B4-BE49-F238E27FC236}">
                <a16:creationId xmlns:a16="http://schemas.microsoft.com/office/drawing/2014/main" id="{8F0D1BD3-54D6-61D3-BE2A-1F1505A443E2}"/>
              </a:ext>
            </a:extLst>
          </p:cNvPr>
          <p:cNvSpPr txBox="1"/>
          <p:nvPr userDrawn="1"/>
        </p:nvSpPr>
        <p:spPr>
          <a:xfrm>
            <a:off x="6871748" y="4711300"/>
            <a:ext cx="213738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45" name="TextBox 44">
            <a:extLst>
              <a:ext uri="{FF2B5EF4-FFF2-40B4-BE49-F238E27FC236}">
                <a16:creationId xmlns:a16="http://schemas.microsoft.com/office/drawing/2014/main" id="{A43A8851-85CD-F2BA-1D7C-54C0DA1F030D}"/>
              </a:ext>
            </a:extLst>
          </p:cNvPr>
          <p:cNvSpPr txBox="1"/>
          <p:nvPr userDrawn="1"/>
        </p:nvSpPr>
        <p:spPr>
          <a:xfrm>
            <a:off x="6990906" y="5393903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46" name="TextBox 45">
            <a:extLst>
              <a:ext uri="{FF2B5EF4-FFF2-40B4-BE49-F238E27FC236}">
                <a16:creationId xmlns:a16="http://schemas.microsoft.com/office/drawing/2014/main" id="{B5C431C6-8BFE-C713-D1F1-A50D2B72854C}"/>
              </a:ext>
            </a:extLst>
          </p:cNvPr>
          <p:cNvSpPr txBox="1"/>
          <p:nvPr userDrawn="1"/>
        </p:nvSpPr>
        <p:spPr>
          <a:xfrm>
            <a:off x="8550438" y="1644221"/>
            <a:ext cx="213738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47" name="TextBox 46">
            <a:extLst>
              <a:ext uri="{FF2B5EF4-FFF2-40B4-BE49-F238E27FC236}">
                <a16:creationId xmlns:a16="http://schemas.microsoft.com/office/drawing/2014/main" id="{EA685CC0-D629-702B-D4C1-9EFB7553B33B}"/>
              </a:ext>
            </a:extLst>
          </p:cNvPr>
          <p:cNvSpPr txBox="1"/>
          <p:nvPr userDrawn="1"/>
        </p:nvSpPr>
        <p:spPr>
          <a:xfrm>
            <a:off x="8566286" y="2542533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48" name="TextBox 47">
            <a:extLst>
              <a:ext uri="{FF2B5EF4-FFF2-40B4-BE49-F238E27FC236}">
                <a16:creationId xmlns:a16="http://schemas.microsoft.com/office/drawing/2014/main" id="{D979691D-8E62-3A2B-9B4A-1E255D5352DF}"/>
              </a:ext>
            </a:extLst>
          </p:cNvPr>
          <p:cNvSpPr txBox="1"/>
          <p:nvPr userDrawn="1"/>
        </p:nvSpPr>
        <p:spPr>
          <a:xfrm>
            <a:off x="4006417" y="3635909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150" name="TextBox 49">
            <a:extLst>
              <a:ext uri="{FF2B5EF4-FFF2-40B4-BE49-F238E27FC236}">
                <a16:creationId xmlns:a16="http://schemas.microsoft.com/office/drawing/2014/main" id="{7E7362B7-777F-2AB0-4CEE-F74ECE0EF192}"/>
              </a:ext>
            </a:extLst>
          </p:cNvPr>
          <p:cNvSpPr txBox="1"/>
          <p:nvPr userDrawn="1"/>
        </p:nvSpPr>
        <p:spPr>
          <a:xfrm>
            <a:off x="11122951" y="3481531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151" name="TextBox 50">
            <a:extLst>
              <a:ext uri="{FF2B5EF4-FFF2-40B4-BE49-F238E27FC236}">
                <a16:creationId xmlns:a16="http://schemas.microsoft.com/office/drawing/2014/main" id="{0D42863D-B11D-F894-299A-7BF4CA359B97}"/>
              </a:ext>
            </a:extLst>
          </p:cNvPr>
          <p:cNvSpPr txBox="1"/>
          <p:nvPr userDrawn="1"/>
        </p:nvSpPr>
        <p:spPr>
          <a:xfrm>
            <a:off x="9083298" y="3626130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152" name="TextBox 51">
            <a:extLst>
              <a:ext uri="{FF2B5EF4-FFF2-40B4-BE49-F238E27FC236}">
                <a16:creationId xmlns:a16="http://schemas.microsoft.com/office/drawing/2014/main" id="{3FB47102-DFF3-76E1-ECAF-7C594A4CF610}"/>
              </a:ext>
            </a:extLst>
          </p:cNvPr>
          <p:cNvSpPr txBox="1"/>
          <p:nvPr userDrawn="1"/>
        </p:nvSpPr>
        <p:spPr>
          <a:xfrm>
            <a:off x="1645920" y="190386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rgbClr val="457FC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58" name="TextBox 48">
            <a:extLst>
              <a:ext uri="{FF2B5EF4-FFF2-40B4-BE49-F238E27FC236}">
                <a16:creationId xmlns:a16="http://schemas.microsoft.com/office/drawing/2014/main" id="{95B882D7-3347-DDA5-D4D9-E51EA671DFD2}"/>
              </a:ext>
            </a:extLst>
          </p:cNvPr>
          <p:cNvSpPr txBox="1"/>
          <p:nvPr userDrawn="1"/>
        </p:nvSpPr>
        <p:spPr>
          <a:xfrm>
            <a:off x="5887636" y="3630715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356" name="TextBox 48">
            <a:extLst>
              <a:ext uri="{FF2B5EF4-FFF2-40B4-BE49-F238E27FC236}">
                <a16:creationId xmlns:a16="http://schemas.microsoft.com/office/drawing/2014/main" id="{2449A93D-43A7-FAFD-76CA-53569334E217}"/>
              </a:ext>
            </a:extLst>
          </p:cNvPr>
          <p:cNvSpPr txBox="1"/>
          <p:nvPr userDrawn="1"/>
        </p:nvSpPr>
        <p:spPr>
          <a:xfrm>
            <a:off x="7507495" y="3626130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6CD81344-BC80-9327-FF6C-6893F90BF348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93228501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A14F36-AE25-25EE-848F-7019268FA048}"/>
              </a:ext>
            </a:extLst>
          </p:cNvPr>
          <p:cNvSpPr/>
          <p:nvPr userDrawn="1"/>
        </p:nvSpPr>
        <p:spPr>
          <a:xfrm>
            <a:off x="5943600" y="0"/>
            <a:ext cx="6248400" cy="6858000"/>
          </a:xfrm>
          <a:prstGeom prst="rect">
            <a:avLst/>
          </a:prstGeom>
          <a:solidFill>
            <a:srgbClr val="0167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D99D1F-E4D2-0E25-F564-937B6BB1F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110343"/>
            <a:ext cx="4863733" cy="580345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818A3CC-A76F-C61D-B12D-6CEA4692AF7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954530"/>
            <a:ext cx="4863733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50BBF61-873F-8B98-520F-0F50984C466A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1954530"/>
            <a:ext cx="4887686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C80972-6373-2403-BFBA-9B359043B683}"/>
              </a:ext>
            </a:extLst>
          </p:cNvPr>
          <p:cNvSpPr txBox="1">
            <a:spLocks/>
          </p:cNvSpPr>
          <p:nvPr userDrawn="1"/>
        </p:nvSpPr>
        <p:spPr>
          <a:xfrm>
            <a:off x="6196725" y="1110342"/>
            <a:ext cx="4863733" cy="5803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MM" b="1" dirty="0">
                <a:solidFill>
                  <a:schemeClr val="bg1"/>
                </a:solidFill>
                <a:latin typeface="Helvetica World Bold"/>
              </a:rPr>
              <a:t>Heading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BADFB34E-E81C-7E29-C2EB-5762A6D90EB2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288009204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A14F36-AE25-25EE-848F-7019268FA048}"/>
              </a:ext>
            </a:extLst>
          </p:cNvPr>
          <p:cNvSpPr/>
          <p:nvPr userDrawn="1"/>
        </p:nvSpPr>
        <p:spPr>
          <a:xfrm>
            <a:off x="5943600" y="0"/>
            <a:ext cx="6248400" cy="6858000"/>
          </a:xfrm>
          <a:prstGeom prst="rect">
            <a:avLst/>
          </a:prstGeom>
          <a:solidFill>
            <a:srgbClr val="0167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D99D1F-E4D2-0E25-F564-937B6BB1F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110343"/>
            <a:ext cx="4863733" cy="580345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818A3CC-A76F-C61D-B12D-6CEA4692AF7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954530"/>
            <a:ext cx="4863733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1A795CA3-A1D0-BD9E-C628-8AED6D879235}"/>
              </a:ext>
            </a:extLst>
          </p:cNvPr>
          <p:cNvSpPr/>
          <p:nvPr userDrawn="1"/>
        </p:nvSpPr>
        <p:spPr>
          <a:xfrm flipV="1">
            <a:off x="6792833" y="302654"/>
            <a:ext cx="0" cy="6252692"/>
          </a:xfrm>
          <a:prstGeom prst="line">
            <a:avLst/>
          </a:prstGeom>
          <a:ln w="19050" cap="flat">
            <a:solidFill>
              <a:srgbClr val="EFEFE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00BB0621-F663-C40F-B615-3817EEAF8B68}"/>
              </a:ext>
            </a:extLst>
          </p:cNvPr>
          <p:cNvGrpSpPr/>
          <p:nvPr userDrawn="1"/>
        </p:nvGrpSpPr>
        <p:grpSpPr>
          <a:xfrm>
            <a:off x="6014436" y="410447"/>
            <a:ext cx="1479087" cy="1479087"/>
            <a:chOff x="0" y="0"/>
            <a:chExt cx="812800" cy="8128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E4F9F766-AD10-87B9-C3FE-8628EA470C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182AA015-00EC-5C89-46B5-50593596FFA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9">
            <a:extLst>
              <a:ext uri="{FF2B5EF4-FFF2-40B4-BE49-F238E27FC236}">
                <a16:creationId xmlns:a16="http://schemas.microsoft.com/office/drawing/2014/main" id="{8532E3F6-62DE-09AE-E651-E250DBA07BAC}"/>
              </a:ext>
            </a:extLst>
          </p:cNvPr>
          <p:cNvGrpSpPr/>
          <p:nvPr userDrawn="1"/>
        </p:nvGrpSpPr>
        <p:grpSpPr>
          <a:xfrm>
            <a:off x="6014436" y="2804066"/>
            <a:ext cx="1479087" cy="1479087"/>
            <a:chOff x="0" y="0"/>
            <a:chExt cx="812800" cy="812800"/>
          </a:xfrm>
        </p:grpSpPr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55D6A2DD-9321-FC09-EDE2-EC60BE51C21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46306390-56C9-493E-BE4B-91F13753BA6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2">
            <a:extLst>
              <a:ext uri="{FF2B5EF4-FFF2-40B4-BE49-F238E27FC236}">
                <a16:creationId xmlns:a16="http://schemas.microsoft.com/office/drawing/2014/main" id="{A7E4B5FA-D03C-9773-29F7-A71E65000F98}"/>
              </a:ext>
            </a:extLst>
          </p:cNvPr>
          <p:cNvGrpSpPr/>
          <p:nvPr userDrawn="1"/>
        </p:nvGrpSpPr>
        <p:grpSpPr>
          <a:xfrm>
            <a:off x="6014436" y="5184427"/>
            <a:ext cx="1479087" cy="1479087"/>
            <a:chOff x="0" y="0"/>
            <a:chExt cx="812800" cy="812800"/>
          </a:xfrm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2FB9146-1158-1281-0824-CDB519DD256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F924E83E-A398-B663-EBC3-394AC86A20B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5">
            <a:extLst>
              <a:ext uri="{FF2B5EF4-FFF2-40B4-BE49-F238E27FC236}">
                <a16:creationId xmlns:a16="http://schemas.microsoft.com/office/drawing/2014/main" id="{FE116FC2-757A-D5C9-B8C5-ECC562E0BBD4}"/>
              </a:ext>
            </a:extLst>
          </p:cNvPr>
          <p:cNvGrpSpPr/>
          <p:nvPr userDrawn="1"/>
        </p:nvGrpSpPr>
        <p:grpSpPr>
          <a:xfrm>
            <a:off x="6165228" y="552080"/>
            <a:ext cx="1177504" cy="1177504"/>
            <a:chOff x="0" y="0"/>
            <a:chExt cx="812800" cy="812800"/>
          </a:xfrm>
        </p:grpSpPr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C13D54DF-5111-3411-244B-C6D2046EEF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6C70"/>
            </a:solidFill>
          </p:spPr>
        </p:sp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97C297A5-9FC6-4C65-95C7-49CC0B44995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18">
            <a:extLst>
              <a:ext uri="{FF2B5EF4-FFF2-40B4-BE49-F238E27FC236}">
                <a16:creationId xmlns:a16="http://schemas.microsoft.com/office/drawing/2014/main" id="{DD1EBC5D-AC65-D04D-84E8-2EA32401A568}"/>
              </a:ext>
            </a:extLst>
          </p:cNvPr>
          <p:cNvGrpSpPr/>
          <p:nvPr userDrawn="1"/>
        </p:nvGrpSpPr>
        <p:grpSpPr>
          <a:xfrm>
            <a:off x="6165228" y="2954858"/>
            <a:ext cx="1177504" cy="1177504"/>
            <a:chOff x="0" y="0"/>
            <a:chExt cx="812800" cy="81280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8826D845-FA2D-3E48-5F0E-754015D9368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6C70"/>
            </a:solidFill>
          </p:spPr>
        </p:sp>
        <p:sp>
          <p:nvSpPr>
            <p:cNvPr id="24" name="TextBox 20">
              <a:extLst>
                <a:ext uri="{FF2B5EF4-FFF2-40B4-BE49-F238E27FC236}">
                  <a16:creationId xmlns:a16="http://schemas.microsoft.com/office/drawing/2014/main" id="{67C717D3-5ED7-F700-ADB8-30B31D7C84C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1">
            <a:extLst>
              <a:ext uri="{FF2B5EF4-FFF2-40B4-BE49-F238E27FC236}">
                <a16:creationId xmlns:a16="http://schemas.microsoft.com/office/drawing/2014/main" id="{7574D619-FA40-AEB5-80D3-75AFD76820D9}"/>
              </a:ext>
            </a:extLst>
          </p:cNvPr>
          <p:cNvGrpSpPr/>
          <p:nvPr userDrawn="1"/>
        </p:nvGrpSpPr>
        <p:grpSpPr>
          <a:xfrm>
            <a:off x="6165228" y="5335218"/>
            <a:ext cx="1177504" cy="1177504"/>
            <a:chOff x="0" y="0"/>
            <a:chExt cx="812800" cy="812800"/>
          </a:xfrm>
        </p:grpSpPr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A35379A9-1888-AD13-A3D0-1269841DCF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6C70"/>
            </a:solidFill>
          </p:spPr>
        </p:sp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426FA128-7829-E4E6-3F91-1B301587ED7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6">
            <a:extLst>
              <a:ext uri="{FF2B5EF4-FFF2-40B4-BE49-F238E27FC236}">
                <a16:creationId xmlns:a16="http://schemas.microsoft.com/office/drawing/2014/main" id="{2EECF67A-45A8-9D7C-0910-35A24FBD46C0}"/>
              </a:ext>
            </a:extLst>
          </p:cNvPr>
          <p:cNvSpPr txBox="1"/>
          <p:nvPr userDrawn="1"/>
        </p:nvSpPr>
        <p:spPr>
          <a:xfrm>
            <a:off x="6288171" y="854056"/>
            <a:ext cx="931618" cy="53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32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FDCA3E1E-94D7-8C50-8DF6-5A6843540317}"/>
              </a:ext>
            </a:extLst>
          </p:cNvPr>
          <p:cNvSpPr txBox="1"/>
          <p:nvPr userDrawn="1"/>
        </p:nvSpPr>
        <p:spPr>
          <a:xfrm>
            <a:off x="6288171" y="3256834"/>
            <a:ext cx="931618" cy="53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32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0C35AE56-C49D-E110-31FE-846C62AF0148}"/>
              </a:ext>
            </a:extLst>
          </p:cNvPr>
          <p:cNvSpPr txBox="1"/>
          <p:nvPr userDrawn="1"/>
        </p:nvSpPr>
        <p:spPr>
          <a:xfrm>
            <a:off x="7922745" y="1041298"/>
            <a:ext cx="6151304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5D7A58BE-2CF9-BF84-BEED-B613C272AB07}"/>
              </a:ext>
            </a:extLst>
          </p:cNvPr>
          <p:cNvSpPr txBox="1"/>
          <p:nvPr userDrawn="1"/>
        </p:nvSpPr>
        <p:spPr>
          <a:xfrm>
            <a:off x="7922745" y="3228811"/>
            <a:ext cx="6633912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6"/>
              </a:lnSpc>
            </a:pPr>
            <a:r>
              <a:rPr lang="en-US" sz="240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DA1D3DF7-2DFB-96B9-8A17-A6B20BC149C1}"/>
              </a:ext>
            </a:extLst>
          </p:cNvPr>
          <p:cNvSpPr txBox="1"/>
          <p:nvPr userDrawn="1"/>
        </p:nvSpPr>
        <p:spPr>
          <a:xfrm>
            <a:off x="7922745" y="275757"/>
            <a:ext cx="4636856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Sub-heading</a:t>
            </a:r>
          </a:p>
        </p:txBody>
      </p:sp>
      <p:sp>
        <p:nvSpPr>
          <p:cNvPr id="33" name="TextBox 31">
            <a:extLst>
              <a:ext uri="{FF2B5EF4-FFF2-40B4-BE49-F238E27FC236}">
                <a16:creationId xmlns:a16="http://schemas.microsoft.com/office/drawing/2014/main" id="{284ECAB4-4871-72BF-3F3A-1BB9F489E022}"/>
              </a:ext>
            </a:extLst>
          </p:cNvPr>
          <p:cNvSpPr txBox="1"/>
          <p:nvPr userDrawn="1"/>
        </p:nvSpPr>
        <p:spPr>
          <a:xfrm>
            <a:off x="7922745" y="2463269"/>
            <a:ext cx="3448314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Sub-heading</a:t>
            </a:r>
          </a:p>
        </p:txBody>
      </p:sp>
      <p:sp>
        <p:nvSpPr>
          <p:cNvPr id="34" name="TextBox 32">
            <a:extLst>
              <a:ext uri="{FF2B5EF4-FFF2-40B4-BE49-F238E27FC236}">
                <a16:creationId xmlns:a16="http://schemas.microsoft.com/office/drawing/2014/main" id="{8681664D-74E6-D2BA-321B-4EC62234D24E}"/>
              </a:ext>
            </a:extLst>
          </p:cNvPr>
          <p:cNvSpPr txBox="1"/>
          <p:nvPr userDrawn="1"/>
        </p:nvSpPr>
        <p:spPr>
          <a:xfrm>
            <a:off x="7922745" y="5392785"/>
            <a:ext cx="6151304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591792CE-AF6C-EBAD-0474-006EADBB2C09}"/>
              </a:ext>
            </a:extLst>
          </p:cNvPr>
          <p:cNvSpPr txBox="1"/>
          <p:nvPr userDrawn="1"/>
        </p:nvSpPr>
        <p:spPr>
          <a:xfrm>
            <a:off x="7922745" y="4627244"/>
            <a:ext cx="358902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Sub-heading</a:t>
            </a:r>
          </a:p>
        </p:txBody>
      </p:sp>
      <p:sp>
        <p:nvSpPr>
          <p:cNvPr id="36" name="TextBox 34">
            <a:extLst>
              <a:ext uri="{FF2B5EF4-FFF2-40B4-BE49-F238E27FC236}">
                <a16:creationId xmlns:a16="http://schemas.microsoft.com/office/drawing/2014/main" id="{31ED4E64-6514-3BCD-7244-849530E84583}"/>
              </a:ext>
            </a:extLst>
          </p:cNvPr>
          <p:cNvSpPr txBox="1"/>
          <p:nvPr userDrawn="1"/>
        </p:nvSpPr>
        <p:spPr>
          <a:xfrm>
            <a:off x="6288171" y="5637194"/>
            <a:ext cx="931618" cy="53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32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sp>
        <p:nvSpPr>
          <p:cNvPr id="37" name="Freeform 2">
            <a:extLst>
              <a:ext uri="{FF2B5EF4-FFF2-40B4-BE49-F238E27FC236}">
                <a16:creationId xmlns:a16="http://schemas.microsoft.com/office/drawing/2014/main" id="{2F549680-5236-A08D-0E73-264EC4602C95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902537138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B8ED893B-8666-AF43-9D5B-35D4BCEB970C}"/>
              </a:ext>
            </a:extLst>
          </p:cNvPr>
          <p:cNvSpPr/>
          <p:nvPr userDrawn="1"/>
        </p:nvSpPr>
        <p:spPr>
          <a:xfrm>
            <a:off x="3489220" y="1139681"/>
            <a:ext cx="5213559" cy="4607976"/>
          </a:xfrm>
          <a:custGeom>
            <a:avLst/>
            <a:gdLst/>
            <a:ahLst/>
            <a:cxnLst/>
            <a:rect l="l" t="t" r="r" b="b"/>
            <a:pathLst>
              <a:path w="5213559" h="5213559">
                <a:moveTo>
                  <a:pt x="0" y="0"/>
                </a:moveTo>
                <a:lnTo>
                  <a:pt x="5213559" y="0"/>
                </a:lnTo>
                <a:lnTo>
                  <a:pt x="5213559" y="5213559"/>
                </a:lnTo>
                <a:lnTo>
                  <a:pt x="0" y="52135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EA62ED8-4D0A-241D-26C8-42159045204F}"/>
              </a:ext>
            </a:extLst>
          </p:cNvPr>
          <p:cNvGrpSpPr/>
          <p:nvPr userDrawn="1"/>
        </p:nvGrpSpPr>
        <p:grpSpPr>
          <a:xfrm>
            <a:off x="3118779" y="4530905"/>
            <a:ext cx="740882" cy="740882"/>
            <a:chOff x="0" y="0"/>
            <a:chExt cx="987843" cy="987843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886AFE5-2A12-74D5-F38D-B571273EF125}"/>
                </a:ext>
              </a:extLst>
            </p:cNvPr>
            <p:cNvSpPr/>
            <p:nvPr/>
          </p:nvSpPr>
          <p:spPr>
            <a:xfrm>
              <a:off x="0" y="0"/>
              <a:ext cx="987843" cy="987843"/>
            </a:xfrm>
            <a:custGeom>
              <a:avLst/>
              <a:gdLst/>
              <a:ahLst/>
              <a:cxnLst/>
              <a:rect l="l" t="t" r="r" b="b"/>
              <a:pathLst>
                <a:path w="987843" h="987843">
                  <a:moveTo>
                    <a:pt x="0" y="0"/>
                  </a:moveTo>
                  <a:lnTo>
                    <a:pt x="987843" y="0"/>
                  </a:lnTo>
                  <a:lnTo>
                    <a:pt x="987843" y="987843"/>
                  </a:lnTo>
                  <a:lnTo>
                    <a:pt x="0" y="987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D7F1F3-2B3E-5356-6EBC-2EC990C11BCB}"/>
                </a:ext>
              </a:extLst>
            </p:cNvPr>
            <p:cNvSpPr txBox="1"/>
            <p:nvPr/>
          </p:nvSpPr>
          <p:spPr>
            <a:xfrm>
              <a:off x="220664" y="209018"/>
              <a:ext cx="546514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C19E8D6-1E63-D914-7650-8EEF681B1255}"/>
              </a:ext>
            </a:extLst>
          </p:cNvPr>
          <p:cNvGrpSpPr/>
          <p:nvPr userDrawn="1"/>
        </p:nvGrpSpPr>
        <p:grpSpPr>
          <a:xfrm>
            <a:off x="8332338" y="4530905"/>
            <a:ext cx="740882" cy="740882"/>
            <a:chOff x="0" y="0"/>
            <a:chExt cx="987843" cy="98784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5E14EC2-5819-605A-1778-B2D2FCD4267D}"/>
                </a:ext>
              </a:extLst>
            </p:cNvPr>
            <p:cNvSpPr/>
            <p:nvPr/>
          </p:nvSpPr>
          <p:spPr>
            <a:xfrm>
              <a:off x="0" y="0"/>
              <a:ext cx="987843" cy="987843"/>
            </a:xfrm>
            <a:custGeom>
              <a:avLst/>
              <a:gdLst/>
              <a:ahLst/>
              <a:cxnLst/>
              <a:rect l="l" t="t" r="r" b="b"/>
              <a:pathLst>
                <a:path w="987843" h="987843">
                  <a:moveTo>
                    <a:pt x="0" y="0"/>
                  </a:moveTo>
                  <a:lnTo>
                    <a:pt x="987843" y="0"/>
                  </a:lnTo>
                  <a:lnTo>
                    <a:pt x="987843" y="987843"/>
                  </a:lnTo>
                  <a:lnTo>
                    <a:pt x="0" y="987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A7F4D4-AC77-5FFE-962D-BB942FDEBF3B}"/>
                </a:ext>
              </a:extLst>
            </p:cNvPr>
            <p:cNvSpPr txBox="1"/>
            <p:nvPr/>
          </p:nvSpPr>
          <p:spPr>
            <a:xfrm>
              <a:off x="220664" y="209018"/>
              <a:ext cx="546514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ED265B-DF7A-4564-106D-F14AA2E91CAA}"/>
              </a:ext>
            </a:extLst>
          </p:cNvPr>
          <p:cNvGrpSpPr/>
          <p:nvPr userDrawn="1"/>
        </p:nvGrpSpPr>
        <p:grpSpPr>
          <a:xfrm>
            <a:off x="3118779" y="1646783"/>
            <a:ext cx="740882" cy="740882"/>
            <a:chOff x="0" y="0"/>
            <a:chExt cx="987843" cy="987843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E49A722-D90B-ED44-EAC2-57415AA18243}"/>
                </a:ext>
              </a:extLst>
            </p:cNvPr>
            <p:cNvSpPr/>
            <p:nvPr/>
          </p:nvSpPr>
          <p:spPr>
            <a:xfrm>
              <a:off x="0" y="0"/>
              <a:ext cx="987843" cy="987843"/>
            </a:xfrm>
            <a:custGeom>
              <a:avLst/>
              <a:gdLst/>
              <a:ahLst/>
              <a:cxnLst/>
              <a:rect l="l" t="t" r="r" b="b"/>
              <a:pathLst>
                <a:path w="987843" h="987843">
                  <a:moveTo>
                    <a:pt x="0" y="0"/>
                  </a:moveTo>
                  <a:lnTo>
                    <a:pt x="987843" y="0"/>
                  </a:lnTo>
                  <a:lnTo>
                    <a:pt x="987843" y="987843"/>
                  </a:lnTo>
                  <a:lnTo>
                    <a:pt x="0" y="987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D2D566-9D46-DA8A-1964-7EFCBDE80903}"/>
                </a:ext>
              </a:extLst>
            </p:cNvPr>
            <p:cNvSpPr txBox="1"/>
            <p:nvPr/>
          </p:nvSpPr>
          <p:spPr>
            <a:xfrm>
              <a:off x="220664" y="209018"/>
              <a:ext cx="546514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08BBE3-A46B-36A7-10BC-8D15FABD0E3C}"/>
              </a:ext>
            </a:extLst>
          </p:cNvPr>
          <p:cNvGrpSpPr/>
          <p:nvPr userDrawn="1"/>
        </p:nvGrpSpPr>
        <p:grpSpPr>
          <a:xfrm>
            <a:off x="8332338" y="1646783"/>
            <a:ext cx="740882" cy="740882"/>
            <a:chOff x="0" y="0"/>
            <a:chExt cx="987843" cy="987843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1706693-78CF-EC2B-C026-978570890EB1}"/>
                </a:ext>
              </a:extLst>
            </p:cNvPr>
            <p:cNvSpPr/>
            <p:nvPr/>
          </p:nvSpPr>
          <p:spPr>
            <a:xfrm>
              <a:off x="0" y="0"/>
              <a:ext cx="987843" cy="987843"/>
            </a:xfrm>
            <a:custGeom>
              <a:avLst/>
              <a:gdLst/>
              <a:ahLst/>
              <a:cxnLst/>
              <a:rect l="l" t="t" r="r" b="b"/>
              <a:pathLst>
                <a:path w="987843" h="987843">
                  <a:moveTo>
                    <a:pt x="0" y="0"/>
                  </a:moveTo>
                  <a:lnTo>
                    <a:pt x="987843" y="0"/>
                  </a:lnTo>
                  <a:lnTo>
                    <a:pt x="987843" y="987843"/>
                  </a:lnTo>
                  <a:lnTo>
                    <a:pt x="0" y="987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D952B1-AD15-A3CE-63E3-EB0457A7CDE2}"/>
                </a:ext>
              </a:extLst>
            </p:cNvPr>
            <p:cNvSpPr txBox="1"/>
            <p:nvPr/>
          </p:nvSpPr>
          <p:spPr>
            <a:xfrm>
              <a:off x="220664" y="209018"/>
              <a:ext cx="546514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F711A04-9199-9650-6F5B-7E98ECD11285}"/>
              </a:ext>
            </a:extLst>
          </p:cNvPr>
          <p:cNvSpPr/>
          <p:nvPr userDrawn="1"/>
        </p:nvSpPr>
        <p:spPr>
          <a:xfrm flipV="1">
            <a:off x="9155896" y="3762302"/>
            <a:ext cx="464333" cy="556921"/>
          </a:xfrm>
          <a:custGeom>
            <a:avLst/>
            <a:gdLst/>
            <a:ahLst/>
            <a:cxnLst/>
            <a:rect l="l" t="t" r="r" b="b"/>
            <a:pathLst>
              <a:path w="464333" h="556921">
                <a:moveTo>
                  <a:pt x="0" y="556921"/>
                </a:moveTo>
                <a:lnTo>
                  <a:pt x="464333" y="556921"/>
                </a:lnTo>
                <a:lnTo>
                  <a:pt x="464333" y="0"/>
                </a:lnTo>
                <a:lnTo>
                  <a:pt x="0" y="0"/>
                </a:lnTo>
                <a:lnTo>
                  <a:pt x="0" y="556921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A2B3FDA-96B9-8B24-1BF8-A61E08EFFBA7}"/>
              </a:ext>
            </a:extLst>
          </p:cNvPr>
          <p:cNvSpPr/>
          <p:nvPr userDrawn="1"/>
        </p:nvSpPr>
        <p:spPr>
          <a:xfrm flipH="1" flipV="1">
            <a:off x="2567687" y="3762302"/>
            <a:ext cx="464333" cy="556921"/>
          </a:xfrm>
          <a:custGeom>
            <a:avLst/>
            <a:gdLst/>
            <a:ahLst/>
            <a:cxnLst/>
            <a:rect l="l" t="t" r="r" b="b"/>
            <a:pathLst>
              <a:path w="464333" h="556921">
                <a:moveTo>
                  <a:pt x="464333" y="556921"/>
                </a:moveTo>
                <a:lnTo>
                  <a:pt x="0" y="556921"/>
                </a:lnTo>
                <a:lnTo>
                  <a:pt x="0" y="0"/>
                </a:lnTo>
                <a:lnTo>
                  <a:pt x="464333" y="0"/>
                </a:lnTo>
                <a:lnTo>
                  <a:pt x="464333" y="556921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3A8BEDCB-B64C-7453-6012-CA983FBA32D9}"/>
              </a:ext>
            </a:extLst>
          </p:cNvPr>
          <p:cNvSpPr/>
          <p:nvPr userDrawn="1"/>
        </p:nvSpPr>
        <p:spPr>
          <a:xfrm>
            <a:off x="9155896" y="2484401"/>
            <a:ext cx="464333" cy="556921"/>
          </a:xfrm>
          <a:custGeom>
            <a:avLst/>
            <a:gdLst/>
            <a:ahLst/>
            <a:cxnLst/>
            <a:rect l="l" t="t" r="r" b="b"/>
            <a:pathLst>
              <a:path w="464333" h="556921">
                <a:moveTo>
                  <a:pt x="0" y="0"/>
                </a:moveTo>
                <a:lnTo>
                  <a:pt x="464333" y="0"/>
                </a:lnTo>
                <a:lnTo>
                  <a:pt x="464333" y="556921"/>
                </a:lnTo>
                <a:lnTo>
                  <a:pt x="0" y="55692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171A78DC-4B40-1D98-C9DC-259EAB0FB005}"/>
              </a:ext>
            </a:extLst>
          </p:cNvPr>
          <p:cNvSpPr/>
          <p:nvPr userDrawn="1"/>
        </p:nvSpPr>
        <p:spPr>
          <a:xfrm flipH="1">
            <a:off x="2567687" y="2484401"/>
            <a:ext cx="464333" cy="556921"/>
          </a:xfrm>
          <a:custGeom>
            <a:avLst/>
            <a:gdLst/>
            <a:ahLst/>
            <a:cxnLst/>
            <a:rect l="l" t="t" r="r" b="b"/>
            <a:pathLst>
              <a:path w="464333" h="556921">
                <a:moveTo>
                  <a:pt x="464333" y="0"/>
                </a:moveTo>
                <a:lnTo>
                  <a:pt x="0" y="0"/>
                </a:lnTo>
                <a:lnTo>
                  <a:pt x="0" y="556921"/>
                </a:lnTo>
                <a:lnTo>
                  <a:pt x="464333" y="556921"/>
                </a:lnTo>
                <a:lnTo>
                  <a:pt x="46433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17AAEF-6182-3947-E808-D878B74E4E78}"/>
              </a:ext>
            </a:extLst>
          </p:cNvPr>
          <p:cNvSpPr txBox="1"/>
          <p:nvPr userDrawn="1"/>
        </p:nvSpPr>
        <p:spPr>
          <a:xfrm>
            <a:off x="275329" y="1179635"/>
            <a:ext cx="1842248" cy="46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2800" b="1" dirty="0">
                <a:solidFill>
                  <a:srgbClr val="002060"/>
                </a:solidFill>
                <a:latin typeface="Helvetica" pitchFamily="2" charset="0"/>
                <a:ea typeface="Roboto Bold"/>
                <a:cs typeface="Roboto Bold"/>
                <a:sym typeface="Roboto Bold"/>
              </a:rPr>
              <a:t>Text Here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B139D8-1631-5253-91DA-D20D3EC122FA}"/>
              </a:ext>
            </a:extLst>
          </p:cNvPr>
          <p:cNvSpPr txBox="1"/>
          <p:nvPr userDrawn="1"/>
        </p:nvSpPr>
        <p:spPr>
          <a:xfrm>
            <a:off x="10073345" y="1139681"/>
            <a:ext cx="1843326" cy="46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800" b="1" dirty="0">
                <a:solidFill>
                  <a:srgbClr val="002060"/>
                </a:solidFill>
                <a:latin typeface="Helvetica" pitchFamily="2" charset="0"/>
                <a:ea typeface="Roboto Bold"/>
                <a:cs typeface="Roboto Bold"/>
                <a:sym typeface="Roboto Bold"/>
              </a:rPr>
              <a:t>Text Here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B8DD27-DAE8-D3FF-F4B7-469D5D173769}"/>
              </a:ext>
            </a:extLst>
          </p:cNvPr>
          <p:cNvSpPr txBox="1"/>
          <p:nvPr userDrawn="1"/>
        </p:nvSpPr>
        <p:spPr>
          <a:xfrm>
            <a:off x="275328" y="2188039"/>
            <a:ext cx="1842248" cy="46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400" dirty="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Text.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6B663B-2F2C-5A35-DCF5-100A0DEE3126}"/>
              </a:ext>
            </a:extLst>
          </p:cNvPr>
          <p:cNvSpPr txBox="1"/>
          <p:nvPr userDrawn="1"/>
        </p:nvSpPr>
        <p:spPr>
          <a:xfrm>
            <a:off x="10073345" y="2188039"/>
            <a:ext cx="1843326" cy="46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400" dirty="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Text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FF3B14-B1D2-4741-31E5-B691B83A360E}"/>
              </a:ext>
            </a:extLst>
          </p:cNvPr>
          <p:cNvSpPr txBox="1"/>
          <p:nvPr userDrawn="1"/>
        </p:nvSpPr>
        <p:spPr>
          <a:xfrm>
            <a:off x="275328" y="4061667"/>
            <a:ext cx="1843326" cy="46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2800" b="1" dirty="0">
                <a:solidFill>
                  <a:srgbClr val="002060"/>
                </a:solidFill>
                <a:latin typeface="Helvetica" pitchFamily="2" charset="0"/>
                <a:ea typeface="Roboto Bold"/>
                <a:cs typeface="Roboto Bold"/>
                <a:sym typeface="Roboto Bold"/>
              </a:rPr>
              <a:t>Text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03B661-C3C9-E58E-4B3D-BD4E00C22440}"/>
              </a:ext>
            </a:extLst>
          </p:cNvPr>
          <p:cNvSpPr txBox="1"/>
          <p:nvPr userDrawn="1"/>
        </p:nvSpPr>
        <p:spPr>
          <a:xfrm>
            <a:off x="275328" y="5079940"/>
            <a:ext cx="1843326" cy="46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4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Text.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25D67C-DC94-6596-0205-E543C2D8F821}"/>
              </a:ext>
            </a:extLst>
          </p:cNvPr>
          <p:cNvSpPr txBox="1"/>
          <p:nvPr userDrawn="1"/>
        </p:nvSpPr>
        <p:spPr>
          <a:xfrm>
            <a:off x="10073345" y="4061667"/>
            <a:ext cx="1843326" cy="46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800" b="1" dirty="0">
                <a:solidFill>
                  <a:srgbClr val="002060"/>
                </a:solidFill>
                <a:latin typeface="Helvetica" pitchFamily="2" charset="0"/>
                <a:ea typeface="Roboto Bold"/>
                <a:cs typeface="Roboto Bold"/>
                <a:sym typeface="Roboto Bold"/>
              </a:rPr>
              <a:t>Text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D32DD2-57D2-5305-4B5A-CD979D08D0AA}"/>
              </a:ext>
            </a:extLst>
          </p:cNvPr>
          <p:cNvSpPr txBox="1"/>
          <p:nvPr userDrawn="1"/>
        </p:nvSpPr>
        <p:spPr>
          <a:xfrm>
            <a:off x="10073345" y="5079940"/>
            <a:ext cx="1843326" cy="46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400" dirty="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Text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A2AEE0-952A-8785-3C48-D56F60422A7B}"/>
              </a:ext>
            </a:extLst>
          </p:cNvPr>
          <p:cNvSpPr txBox="1"/>
          <p:nvPr userDrawn="1"/>
        </p:nvSpPr>
        <p:spPr>
          <a:xfrm>
            <a:off x="2396804" y="281639"/>
            <a:ext cx="8148267" cy="62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Way Forward / Roadmap</a:t>
            </a:r>
          </a:p>
        </p:txBody>
      </p:sp>
      <p:sp>
        <p:nvSpPr>
          <p:cNvPr id="30" name="Freeform 2">
            <a:extLst>
              <a:ext uri="{FF2B5EF4-FFF2-40B4-BE49-F238E27FC236}">
                <a16:creationId xmlns:a16="http://schemas.microsoft.com/office/drawing/2014/main" id="{8FFA8B51-9EFE-CFB4-6AB3-1971AB47DFD9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028355036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7613" y="636752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40457-0002-5948-91C5-AA90B2F21291}" type="slidenum">
              <a:rPr lang="en-MM" smtClean="0"/>
              <a:pPr/>
              <a:t>‹#›</a:t>
            </a:fld>
            <a:endParaRPr lang="en-MM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2310808-4C7F-6276-DA36-D64FAE189954}"/>
              </a:ext>
            </a:extLst>
          </p:cNvPr>
          <p:cNvSpPr/>
          <p:nvPr userDrawn="1"/>
        </p:nvSpPr>
        <p:spPr>
          <a:xfrm>
            <a:off x="2028132" y="1097006"/>
            <a:ext cx="5158536" cy="4661891"/>
          </a:xfrm>
          <a:custGeom>
            <a:avLst/>
            <a:gdLst/>
            <a:ahLst/>
            <a:cxnLst/>
            <a:rect l="l" t="t" r="r" b="b"/>
            <a:pathLst>
              <a:path w="7333682" h="7333682">
                <a:moveTo>
                  <a:pt x="0" y="0"/>
                </a:moveTo>
                <a:lnTo>
                  <a:pt x="7333682" y="0"/>
                </a:lnTo>
                <a:lnTo>
                  <a:pt x="7333682" y="7333682"/>
                </a:lnTo>
                <a:lnTo>
                  <a:pt x="0" y="7333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EDD0522-EAA6-EBCF-28B5-A7FAD7B3846E}"/>
              </a:ext>
            </a:extLst>
          </p:cNvPr>
          <p:cNvGrpSpPr/>
          <p:nvPr userDrawn="1"/>
        </p:nvGrpSpPr>
        <p:grpSpPr>
          <a:xfrm>
            <a:off x="2671266" y="1658721"/>
            <a:ext cx="3856050" cy="3567736"/>
            <a:chOff x="0" y="0"/>
            <a:chExt cx="812800" cy="812800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B81D37BB-7549-51E4-C0E9-F7A0723D7C0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EF"/>
            </a:solidFill>
            <a:ln w="361950" cap="sq">
              <a:solidFill>
                <a:srgbClr val="026773"/>
              </a:solidFill>
              <a:prstDash val="solid"/>
              <a:miter/>
            </a:ln>
          </p:spPr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EF17B473-C656-1B6A-08A6-7587086EF96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6">
            <a:extLst>
              <a:ext uri="{FF2B5EF4-FFF2-40B4-BE49-F238E27FC236}">
                <a16:creationId xmlns:a16="http://schemas.microsoft.com/office/drawing/2014/main" id="{B72B2908-4CD4-AA93-6D21-BFEAD2943FCC}"/>
              </a:ext>
            </a:extLst>
          </p:cNvPr>
          <p:cNvGrpSpPr/>
          <p:nvPr userDrawn="1"/>
        </p:nvGrpSpPr>
        <p:grpSpPr>
          <a:xfrm>
            <a:off x="4050703" y="51796"/>
            <a:ext cx="1113394" cy="1076075"/>
            <a:chOff x="0" y="0"/>
            <a:chExt cx="812800" cy="81280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543872F-310D-1B28-2C01-B7B169DA1A5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6773"/>
            </a:solidFill>
          </p:spPr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AE2A5D27-1E14-1F77-7749-276C75BCAE4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18">
            <a:extLst>
              <a:ext uri="{FF2B5EF4-FFF2-40B4-BE49-F238E27FC236}">
                <a16:creationId xmlns:a16="http://schemas.microsoft.com/office/drawing/2014/main" id="{35BD3ACA-9C41-5B2F-669F-EA51F13E18D1}"/>
              </a:ext>
            </a:extLst>
          </p:cNvPr>
          <p:cNvSpPr txBox="1"/>
          <p:nvPr userDrawn="1"/>
        </p:nvSpPr>
        <p:spPr>
          <a:xfrm>
            <a:off x="3049626" y="3128080"/>
            <a:ext cx="3099329" cy="62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206D89C4-EA80-00F3-3186-CACCB8F2BA16}"/>
              </a:ext>
            </a:extLst>
          </p:cNvPr>
          <p:cNvSpPr txBox="1"/>
          <p:nvPr userDrawn="1"/>
        </p:nvSpPr>
        <p:spPr>
          <a:xfrm>
            <a:off x="7552162" y="634558"/>
            <a:ext cx="6530239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7034D1B8-21FE-7CCB-094E-03940800E8F7}"/>
              </a:ext>
            </a:extLst>
          </p:cNvPr>
          <p:cNvSpPr txBox="1"/>
          <p:nvPr userDrawn="1"/>
        </p:nvSpPr>
        <p:spPr>
          <a:xfrm>
            <a:off x="7565936" y="2033165"/>
            <a:ext cx="6151304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79D8F8BB-4595-2022-946A-C783665ED728}"/>
              </a:ext>
            </a:extLst>
          </p:cNvPr>
          <p:cNvSpPr txBox="1"/>
          <p:nvPr userDrawn="1"/>
        </p:nvSpPr>
        <p:spPr>
          <a:xfrm>
            <a:off x="7548173" y="102237"/>
            <a:ext cx="338117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216836A8-9F7E-76F8-037A-DC931D731DD5}"/>
              </a:ext>
            </a:extLst>
          </p:cNvPr>
          <p:cNvSpPr txBox="1"/>
          <p:nvPr userDrawn="1"/>
        </p:nvSpPr>
        <p:spPr>
          <a:xfrm>
            <a:off x="7561947" y="1466310"/>
            <a:ext cx="4468866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589B29C0-7069-BE3D-BD9C-E2280300C341}"/>
              </a:ext>
            </a:extLst>
          </p:cNvPr>
          <p:cNvSpPr txBox="1"/>
          <p:nvPr userDrawn="1"/>
        </p:nvSpPr>
        <p:spPr>
          <a:xfrm>
            <a:off x="7552162" y="4729617"/>
            <a:ext cx="6151304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524B4E82-B617-E4EC-DDCE-5AB2F327C3EA}"/>
              </a:ext>
            </a:extLst>
          </p:cNvPr>
          <p:cNvSpPr txBox="1"/>
          <p:nvPr userDrawn="1"/>
        </p:nvSpPr>
        <p:spPr>
          <a:xfrm>
            <a:off x="7548173" y="4177548"/>
            <a:ext cx="4596613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201D1F9A-6CC5-BE3C-F3F6-D45B7C234F17}"/>
              </a:ext>
            </a:extLst>
          </p:cNvPr>
          <p:cNvSpPr txBox="1"/>
          <p:nvPr userDrawn="1"/>
        </p:nvSpPr>
        <p:spPr>
          <a:xfrm>
            <a:off x="7552162" y="6146607"/>
            <a:ext cx="6530239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CF79A57B-C3EB-1A56-DC7D-0BC7926C072E}"/>
              </a:ext>
            </a:extLst>
          </p:cNvPr>
          <p:cNvSpPr txBox="1"/>
          <p:nvPr userDrawn="1"/>
        </p:nvSpPr>
        <p:spPr>
          <a:xfrm>
            <a:off x="7548173" y="5535140"/>
            <a:ext cx="3971108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326290FB-9096-6725-F3BE-7808DFF5D857}"/>
              </a:ext>
            </a:extLst>
          </p:cNvPr>
          <p:cNvSpPr/>
          <p:nvPr userDrawn="1"/>
        </p:nvSpPr>
        <p:spPr>
          <a:xfrm>
            <a:off x="7241272" y="3010303"/>
            <a:ext cx="1113394" cy="107607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26773"/>
          </a:solidFill>
        </p:spPr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200A59F1-2D59-9C66-6077-EB4A31620C1A}"/>
              </a:ext>
            </a:extLst>
          </p:cNvPr>
          <p:cNvSpPr/>
          <p:nvPr userDrawn="1"/>
        </p:nvSpPr>
        <p:spPr>
          <a:xfrm>
            <a:off x="860134" y="3039121"/>
            <a:ext cx="1113394" cy="1076075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26773"/>
          </a:solidFill>
        </p:spPr>
      </p:sp>
      <p:grpSp>
        <p:nvGrpSpPr>
          <p:cNvPr id="32" name="Group 6">
            <a:extLst>
              <a:ext uri="{FF2B5EF4-FFF2-40B4-BE49-F238E27FC236}">
                <a16:creationId xmlns:a16="http://schemas.microsoft.com/office/drawing/2014/main" id="{F20263E2-A7AE-F7B3-7673-F2D17738A66F}"/>
              </a:ext>
            </a:extLst>
          </p:cNvPr>
          <p:cNvGrpSpPr/>
          <p:nvPr userDrawn="1"/>
        </p:nvGrpSpPr>
        <p:grpSpPr>
          <a:xfrm>
            <a:off x="4050703" y="5831011"/>
            <a:ext cx="1113394" cy="1076075"/>
            <a:chOff x="0" y="0"/>
            <a:chExt cx="812800" cy="812800"/>
          </a:xfrm>
        </p:grpSpPr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C0E83044-A3A3-563E-84B4-FC689102081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6773"/>
            </a:solidFill>
          </p:spPr>
        </p:sp>
        <p:sp>
          <p:nvSpPr>
            <p:cNvPr id="34" name="TextBox 8">
              <a:extLst>
                <a:ext uri="{FF2B5EF4-FFF2-40B4-BE49-F238E27FC236}">
                  <a16:creationId xmlns:a16="http://schemas.microsoft.com/office/drawing/2014/main" id="{CB5CE28B-F1C4-E207-BDBC-A74D9CB642A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5" name="Freeform 2">
            <a:extLst>
              <a:ext uri="{FF2B5EF4-FFF2-40B4-BE49-F238E27FC236}">
                <a16:creationId xmlns:a16="http://schemas.microsoft.com/office/drawing/2014/main" id="{2E46EFD5-EDA7-B5C9-9290-C7EE5A4B03B6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62094702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EC5A11DE-BD2A-3DC3-BC95-3FE8F40CD23C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22394-C5C6-F7AA-AD42-2D4074B6E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grpSp>
        <p:nvGrpSpPr>
          <p:cNvPr id="23" name="Group 2">
            <a:extLst>
              <a:ext uri="{FF2B5EF4-FFF2-40B4-BE49-F238E27FC236}">
                <a16:creationId xmlns:a16="http://schemas.microsoft.com/office/drawing/2014/main" id="{193A4290-66A2-D620-9796-CE9AF7955285}"/>
              </a:ext>
            </a:extLst>
          </p:cNvPr>
          <p:cNvGrpSpPr/>
          <p:nvPr userDrawn="1"/>
        </p:nvGrpSpPr>
        <p:grpSpPr>
          <a:xfrm>
            <a:off x="275329" y="2183912"/>
            <a:ext cx="3605246" cy="406099"/>
            <a:chOff x="0" y="0"/>
            <a:chExt cx="1341783" cy="160393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436FF880-30CF-BBA6-7B03-160F9CD38CC9}"/>
                </a:ext>
              </a:extLst>
            </p:cNvPr>
            <p:cNvSpPr/>
            <p:nvPr/>
          </p:nvSpPr>
          <p:spPr>
            <a:xfrm>
              <a:off x="0" y="0"/>
              <a:ext cx="1341783" cy="160393"/>
            </a:xfrm>
            <a:custGeom>
              <a:avLst/>
              <a:gdLst/>
              <a:ahLst/>
              <a:cxnLst/>
              <a:rect l="l" t="t" r="r" b="b"/>
              <a:pathLst>
                <a:path w="1341783" h="160393">
                  <a:moveTo>
                    <a:pt x="0" y="0"/>
                  </a:moveTo>
                  <a:lnTo>
                    <a:pt x="1341783" y="0"/>
                  </a:lnTo>
                  <a:lnTo>
                    <a:pt x="1341783" y="160393"/>
                  </a:lnTo>
                  <a:lnTo>
                    <a:pt x="0" y="160393"/>
                  </a:lnTo>
                  <a:close/>
                </a:path>
              </a:pathLst>
            </a:custGeom>
            <a:solidFill>
              <a:srgbClr val="099CCC"/>
            </a:solidFill>
          </p:spPr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86C82CF7-4895-1CEF-19BE-7B639656AF3E}"/>
                </a:ext>
              </a:extLst>
            </p:cNvPr>
            <p:cNvSpPr txBox="1"/>
            <p:nvPr/>
          </p:nvSpPr>
          <p:spPr>
            <a:xfrm>
              <a:off x="0" y="-38100"/>
              <a:ext cx="1341783" cy="198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5">
            <a:extLst>
              <a:ext uri="{FF2B5EF4-FFF2-40B4-BE49-F238E27FC236}">
                <a16:creationId xmlns:a16="http://schemas.microsoft.com/office/drawing/2014/main" id="{7C97FB6F-D16A-6954-6F6C-B16BC04666E4}"/>
              </a:ext>
            </a:extLst>
          </p:cNvPr>
          <p:cNvGrpSpPr/>
          <p:nvPr userDrawn="1"/>
        </p:nvGrpSpPr>
        <p:grpSpPr>
          <a:xfrm>
            <a:off x="3859854" y="2183912"/>
            <a:ext cx="3671469" cy="406099"/>
            <a:chOff x="0" y="0"/>
            <a:chExt cx="1366429" cy="160393"/>
          </a:xfrm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760BC96B-C77C-FAD4-FAB4-639383A755DE}"/>
                </a:ext>
              </a:extLst>
            </p:cNvPr>
            <p:cNvSpPr/>
            <p:nvPr/>
          </p:nvSpPr>
          <p:spPr>
            <a:xfrm>
              <a:off x="0" y="0"/>
              <a:ext cx="1366429" cy="160393"/>
            </a:xfrm>
            <a:custGeom>
              <a:avLst/>
              <a:gdLst/>
              <a:ahLst/>
              <a:cxnLst/>
              <a:rect l="l" t="t" r="r" b="b"/>
              <a:pathLst>
                <a:path w="1366429" h="160393">
                  <a:moveTo>
                    <a:pt x="0" y="0"/>
                  </a:moveTo>
                  <a:lnTo>
                    <a:pt x="1366429" y="0"/>
                  </a:lnTo>
                  <a:lnTo>
                    <a:pt x="1366429" y="160393"/>
                  </a:lnTo>
                  <a:lnTo>
                    <a:pt x="0" y="160393"/>
                  </a:lnTo>
                  <a:close/>
                </a:path>
              </a:pathLst>
            </a:custGeom>
            <a:solidFill>
              <a:srgbClr val="28B7AF"/>
            </a:solidFill>
          </p:spPr>
        </p:sp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0DBCC17D-7705-36A7-548B-2DCC74CDBB2B}"/>
                </a:ext>
              </a:extLst>
            </p:cNvPr>
            <p:cNvSpPr txBox="1"/>
            <p:nvPr/>
          </p:nvSpPr>
          <p:spPr>
            <a:xfrm>
              <a:off x="0" y="-38100"/>
              <a:ext cx="1366429" cy="198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8">
            <a:extLst>
              <a:ext uri="{FF2B5EF4-FFF2-40B4-BE49-F238E27FC236}">
                <a16:creationId xmlns:a16="http://schemas.microsoft.com/office/drawing/2014/main" id="{58EDF26C-B625-5E44-FC8F-4D5E61782BB2}"/>
              </a:ext>
            </a:extLst>
          </p:cNvPr>
          <p:cNvGrpSpPr/>
          <p:nvPr userDrawn="1"/>
        </p:nvGrpSpPr>
        <p:grpSpPr>
          <a:xfrm>
            <a:off x="7471769" y="2183912"/>
            <a:ext cx="3455274" cy="406099"/>
            <a:chOff x="0" y="0"/>
            <a:chExt cx="1285967" cy="160393"/>
          </a:xfrm>
        </p:grpSpPr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FB74E0CC-0800-771D-05A3-E21B9E8CECA1}"/>
                </a:ext>
              </a:extLst>
            </p:cNvPr>
            <p:cNvSpPr/>
            <p:nvPr/>
          </p:nvSpPr>
          <p:spPr>
            <a:xfrm>
              <a:off x="0" y="0"/>
              <a:ext cx="1285967" cy="160393"/>
            </a:xfrm>
            <a:custGeom>
              <a:avLst/>
              <a:gdLst/>
              <a:ahLst/>
              <a:cxnLst/>
              <a:rect l="l" t="t" r="r" b="b"/>
              <a:pathLst>
                <a:path w="1285967" h="160393">
                  <a:moveTo>
                    <a:pt x="0" y="0"/>
                  </a:moveTo>
                  <a:lnTo>
                    <a:pt x="1285967" y="0"/>
                  </a:lnTo>
                  <a:lnTo>
                    <a:pt x="1285967" y="160393"/>
                  </a:lnTo>
                  <a:lnTo>
                    <a:pt x="0" y="160393"/>
                  </a:lnTo>
                  <a:close/>
                </a:path>
              </a:pathLst>
            </a:custGeom>
            <a:solidFill>
              <a:srgbClr val="026773"/>
            </a:solidFill>
          </p:spPr>
        </p:sp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723E3C44-AB46-9E6D-31AE-499F91518155}"/>
                </a:ext>
              </a:extLst>
            </p:cNvPr>
            <p:cNvSpPr txBox="1"/>
            <p:nvPr/>
          </p:nvSpPr>
          <p:spPr>
            <a:xfrm>
              <a:off x="0" y="-38100"/>
              <a:ext cx="1285967" cy="198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AutoShape 11">
            <a:extLst>
              <a:ext uri="{FF2B5EF4-FFF2-40B4-BE49-F238E27FC236}">
                <a16:creationId xmlns:a16="http://schemas.microsoft.com/office/drawing/2014/main" id="{B0E78A8A-4E5A-CC7B-C111-C8678E5DD4F7}"/>
              </a:ext>
            </a:extLst>
          </p:cNvPr>
          <p:cNvSpPr/>
          <p:nvPr userDrawn="1"/>
        </p:nvSpPr>
        <p:spPr>
          <a:xfrm flipV="1">
            <a:off x="284853" y="3459497"/>
            <a:ext cx="0" cy="406099"/>
          </a:xfrm>
          <a:prstGeom prst="line">
            <a:avLst/>
          </a:prstGeom>
          <a:ln w="19050" cap="flat">
            <a:solidFill>
              <a:srgbClr val="28B7AF"/>
            </a:solidFill>
            <a:prstDash val="solid"/>
            <a:headEnd type="arrow" w="med" len="sm"/>
            <a:tailEnd type="none" w="sm" len="sm"/>
          </a:ln>
        </p:spPr>
      </p:sp>
      <p:sp>
        <p:nvSpPr>
          <p:cNvPr id="33" name="AutoShape 12">
            <a:extLst>
              <a:ext uri="{FF2B5EF4-FFF2-40B4-BE49-F238E27FC236}">
                <a16:creationId xmlns:a16="http://schemas.microsoft.com/office/drawing/2014/main" id="{5E346796-3441-B0CB-766D-F6A0EBB63F7C}"/>
              </a:ext>
            </a:extLst>
          </p:cNvPr>
          <p:cNvSpPr/>
          <p:nvPr userDrawn="1"/>
        </p:nvSpPr>
        <p:spPr>
          <a:xfrm flipV="1">
            <a:off x="3962202" y="3459497"/>
            <a:ext cx="0" cy="406099"/>
          </a:xfrm>
          <a:prstGeom prst="line">
            <a:avLst/>
          </a:prstGeom>
          <a:ln w="19050" cap="flat">
            <a:solidFill>
              <a:srgbClr val="28B7AF"/>
            </a:solidFill>
            <a:prstDash val="solid"/>
            <a:headEnd type="arrow" w="med" len="sm"/>
            <a:tailEnd type="none" w="sm" len="sm"/>
          </a:ln>
        </p:spPr>
      </p:sp>
      <p:sp>
        <p:nvSpPr>
          <p:cNvPr id="34" name="AutoShape 13">
            <a:extLst>
              <a:ext uri="{FF2B5EF4-FFF2-40B4-BE49-F238E27FC236}">
                <a16:creationId xmlns:a16="http://schemas.microsoft.com/office/drawing/2014/main" id="{D224F1D5-46B4-AA6A-3A44-6EEE1B35CF0C}"/>
              </a:ext>
            </a:extLst>
          </p:cNvPr>
          <p:cNvSpPr/>
          <p:nvPr userDrawn="1"/>
        </p:nvSpPr>
        <p:spPr>
          <a:xfrm flipV="1">
            <a:off x="7499115" y="3459497"/>
            <a:ext cx="0" cy="406099"/>
          </a:xfrm>
          <a:prstGeom prst="line">
            <a:avLst/>
          </a:prstGeom>
          <a:ln w="19050" cap="flat">
            <a:solidFill>
              <a:srgbClr val="28B7AF"/>
            </a:solidFill>
            <a:prstDash val="solid"/>
            <a:headEnd type="arrow" w="med" len="sm"/>
            <a:tailEnd type="none" w="sm" len="sm"/>
          </a:ln>
        </p:spPr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E71DD1A4-A6D2-88AC-454D-E42220B152EC}"/>
              </a:ext>
            </a:extLst>
          </p:cNvPr>
          <p:cNvSpPr txBox="1"/>
          <p:nvPr userDrawn="1"/>
        </p:nvSpPr>
        <p:spPr>
          <a:xfrm>
            <a:off x="122922" y="5502324"/>
            <a:ext cx="3741710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48"/>
              </a:lnSpc>
            </a:pPr>
            <a:r>
              <a:rPr lang="en-US" sz="2400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74AB1114-87AA-8BF4-9C2B-3FDE2CD6B7BA}"/>
              </a:ext>
            </a:extLst>
          </p:cNvPr>
          <p:cNvSpPr txBox="1"/>
          <p:nvPr userDrawn="1"/>
        </p:nvSpPr>
        <p:spPr>
          <a:xfrm>
            <a:off x="3724042" y="5502324"/>
            <a:ext cx="3741710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48"/>
              </a:lnSpc>
            </a:pPr>
            <a:r>
              <a:rPr lang="en-US" sz="240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68A3A530-D278-C7DD-2644-BCCEACA6399A}"/>
              </a:ext>
            </a:extLst>
          </p:cNvPr>
          <p:cNvSpPr txBox="1"/>
          <p:nvPr userDrawn="1"/>
        </p:nvSpPr>
        <p:spPr>
          <a:xfrm>
            <a:off x="7278807" y="5502324"/>
            <a:ext cx="3741710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48"/>
              </a:lnSpc>
            </a:pPr>
            <a:r>
              <a:rPr lang="en-US" sz="240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38" name="TextBox 18">
            <a:extLst>
              <a:ext uri="{FF2B5EF4-FFF2-40B4-BE49-F238E27FC236}">
                <a16:creationId xmlns:a16="http://schemas.microsoft.com/office/drawing/2014/main" id="{1737820C-8016-0C71-9AEC-C864EDBE7D16}"/>
              </a:ext>
            </a:extLst>
          </p:cNvPr>
          <p:cNvSpPr txBox="1"/>
          <p:nvPr userDrawn="1"/>
        </p:nvSpPr>
        <p:spPr>
          <a:xfrm>
            <a:off x="101146" y="4792244"/>
            <a:ext cx="2127241" cy="445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6"/>
              </a:lnSpc>
            </a:pPr>
            <a:r>
              <a:rPr lang="en-US" sz="28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7CD54AE1-1C32-70ED-33F7-688A2266C10D}"/>
              </a:ext>
            </a:extLst>
          </p:cNvPr>
          <p:cNvSpPr txBox="1"/>
          <p:nvPr userDrawn="1"/>
        </p:nvSpPr>
        <p:spPr>
          <a:xfrm>
            <a:off x="7278807" y="4792244"/>
            <a:ext cx="2127241" cy="445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6"/>
              </a:lnSpc>
            </a:pPr>
            <a:r>
              <a:rPr lang="en-US" sz="2800" b="1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FA689D5A-A804-BC4C-F7FD-D596F1851389}"/>
              </a:ext>
            </a:extLst>
          </p:cNvPr>
          <p:cNvSpPr txBox="1"/>
          <p:nvPr userDrawn="1"/>
        </p:nvSpPr>
        <p:spPr>
          <a:xfrm>
            <a:off x="3723792" y="4792244"/>
            <a:ext cx="2127241" cy="445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6"/>
              </a:lnSpc>
            </a:pPr>
            <a:r>
              <a:rPr lang="en-US" sz="2800" b="1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CECBB01E-FEEA-8622-5FD1-D93311C1107F}"/>
              </a:ext>
            </a:extLst>
          </p:cNvPr>
          <p:cNvSpPr txBox="1"/>
          <p:nvPr userDrawn="1"/>
        </p:nvSpPr>
        <p:spPr>
          <a:xfrm>
            <a:off x="346871" y="1436549"/>
            <a:ext cx="4440541" cy="401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Sub-heading</a:t>
            </a:r>
          </a:p>
        </p:txBody>
      </p:sp>
      <p:sp>
        <p:nvSpPr>
          <p:cNvPr id="42" name="Freeform 2">
            <a:extLst>
              <a:ext uri="{FF2B5EF4-FFF2-40B4-BE49-F238E27FC236}">
                <a16:creationId xmlns:a16="http://schemas.microsoft.com/office/drawing/2014/main" id="{AEE6BB70-1548-470A-86FD-BE405B508624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190269189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B5217A1-23C1-4603-B8A0-E12C810E40BA}"/>
              </a:ext>
            </a:extLst>
          </p:cNvPr>
          <p:cNvSpPr txBox="1"/>
          <p:nvPr userDrawn="1"/>
        </p:nvSpPr>
        <p:spPr>
          <a:xfrm>
            <a:off x="1508197" y="484526"/>
            <a:ext cx="9175605" cy="629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E2595E9-C80F-4077-298A-05D743F8D08C}"/>
              </a:ext>
            </a:extLst>
          </p:cNvPr>
          <p:cNvSpPr/>
          <p:nvPr userDrawn="1"/>
        </p:nvSpPr>
        <p:spPr>
          <a:xfrm>
            <a:off x="776007" y="2107494"/>
            <a:ext cx="11140664" cy="3133312"/>
          </a:xfrm>
          <a:custGeom>
            <a:avLst/>
            <a:gdLst/>
            <a:ahLst/>
            <a:cxnLst/>
            <a:rect l="l" t="t" r="r" b="b"/>
            <a:pathLst>
              <a:path w="11140664" h="3133312">
                <a:moveTo>
                  <a:pt x="0" y="0"/>
                </a:moveTo>
                <a:lnTo>
                  <a:pt x="11140664" y="0"/>
                </a:lnTo>
                <a:lnTo>
                  <a:pt x="11140664" y="3133312"/>
                </a:lnTo>
                <a:lnTo>
                  <a:pt x="0" y="313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4DAC4B3-E46F-6ACC-A3BA-EA0DC4411CBB}"/>
              </a:ext>
            </a:extLst>
          </p:cNvPr>
          <p:cNvSpPr txBox="1"/>
          <p:nvPr userDrawn="1"/>
        </p:nvSpPr>
        <p:spPr>
          <a:xfrm>
            <a:off x="3978909" y="3216061"/>
            <a:ext cx="4734859" cy="37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4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A5258FC4-D01F-850E-7F12-FE14971C6752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170736353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0E8A526-B796-3440-BD50-386CB4FB4D0B}"/>
              </a:ext>
            </a:extLst>
          </p:cNvPr>
          <p:cNvSpPr txBox="1"/>
          <p:nvPr userDrawn="1"/>
        </p:nvSpPr>
        <p:spPr>
          <a:xfrm>
            <a:off x="3670652" y="457750"/>
            <a:ext cx="5089950" cy="62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0723F55-88B1-1E95-06FA-7BE30F76474D}"/>
              </a:ext>
            </a:extLst>
          </p:cNvPr>
          <p:cNvSpPr/>
          <p:nvPr userDrawn="1"/>
        </p:nvSpPr>
        <p:spPr>
          <a:xfrm>
            <a:off x="249485" y="1866175"/>
            <a:ext cx="5450332" cy="3836794"/>
          </a:xfrm>
          <a:custGeom>
            <a:avLst/>
            <a:gdLst/>
            <a:ahLst/>
            <a:cxnLst/>
            <a:rect l="l" t="t" r="r" b="b"/>
            <a:pathLst>
              <a:path w="10330161" h="6456351">
                <a:moveTo>
                  <a:pt x="0" y="0"/>
                </a:moveTo>
                <a:lnTo>
                  <a:pt x="10330161" y="0"/>
                </a:lnTo>
                <a:lnTo>
                  <a:pt x="10330161" y="6456350"/>
                </a:lnTo>
                <a:lnTo>
                  <a:pt x="0" y="6456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9F4205F-DA72-7B6B-1420-E788480BEDCA}"/>
              </a:ext>
            </a:extLst>
          </p:cNvPr>
          <p:cNvSpPr txBox="1"/>
          <p:nvPr userDrawn="1"/>
        </p:nvSpPr>
        <p:spPr>
          <a:xfrm>
            <a:off x="1827259" y="2950365"/>
            <a:ext cx="2626551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400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D861D26A-2441-131C-AD4F-D34A401DD889}"/>
              </a:ext>
            </a:extLst>
          </p:cNvPr>
          <p:cNvSpPr/>
          <p:nvPr userDrawn="1"/>
        </p:nvSpPr>
        <p:spPr>
          <a:xfrm>
            <a:off x="5727787" y="1914527"/>
            <a:ext cx="5450332" cy="3788442"/>
          </a:xfrm>
          <a:custGeom>
            <a:avLst/>
            <a:gdLst/>
            <a:ahLst/>
            <a:cxnLst/>
            <a:rect l="l" t="t" r="r" b="b"/>
            <a:pathLst>
              <a:path w="10330161" h="6456351">
                <a:moveTo>
                  <a:pt x="0" y="0"/>
                </a:moveTo>
                <a:lnTo>
                  <a:pt x="10330161" y="0"/>
                </a:lnTo>
                <a:lnTo>
                  <a:pt x="10330161" y="6456350"/>
                </a:lnTo>
                <a:lnTo>
                  <a:pt x="0" y="6456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543F79F-3799-2B12-8FB6-024B81175D54}"/>
              </a:ext>
            </a:extLst>
          </p:cNvPr>
          <p:cNvSpPr txBox="1"/>
          <p:nvPr userDrawn="1"/>
        </p:nvSpPr>
        <p:spPr>
          <a:xfrm>
            <a:off x="7694311" y="2908770"/>
            <a:ext cx="2626551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400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4CB8CC7B-BCBC-1A85-4283-867A20FA26C6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884462575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B5217A1-23C1-4603-B8A0-E12C810E40BA}"/>
              </a:ext>
            </a:extLst>
          </p:cNvPr>
          <p:cNvSpPr txBox="1"/>
          <p:nvPr userDrawn="1"/>
        </p:nvSpPr>
        <p:spPr>
          <a:xfrm>
            <a:off x="1508197" y="484526"/>
            <a:ext cx="9175605" cy="629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D3CE9F-D378-B6C8-E1E6-1734BE294828}"/>
              </a:ext>
            </a:extLst>
          </p:cNvPr>
          <p:cNvSpPr/>
          <p:nvPr userDrawn="1"/>
        </p:nvSpPr>
        <p:spPr>
          <a:xfrm>
            <a:off x="2304609" y="1593642"/>
            <a:ext cx="7877181" cy="4151155"/>
          </a:xfrm>
          <a:custGeom>
            <a:avLst/>
            <a:gdLst/>
            <a:ahLst/>
            <a:cxnLst/>
            <a:rect l="l" t="t" r="r" b="b"/>
            <a:pathLst>
              <a:path w="11520284" h="6840169">
                <a:moveTo>
                  <a:pt x="0" y="0"/>
                </a:moveTo>
                <a:lnTo>
                  <a:pt x="11520284" y="0"/>
                </a:lnTo>
                <a:lnTo>
                  <a:pt x="11520284" y="6840169"/>
                </a:lnTo>
                <a:lnTo>
                  <a:pt x="0" y="6840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6BA61AE-1324-15B8-B2A8-9EBF45A87D6C}"/>
              </a:ext>
            </a:extLst>
          </p:cNvPr>
          <p:cNvSpPr txBox="1"/>
          <p:nvPr userDrawn="1"/>
        </p:nvSpPr>
        <p:spPr>
          <a:xfrm>
            <a:off x="4624430" y="3339519"/>
            <a:ext cx="3237537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400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9D703F36-937A-B4F8-1AF0-45B3F506B0C2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226741279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B5217A1-23C1-4603-B8A0-E12C810E40BA}"/>
              </a:ext>
            </a:extLst>
          </p:cNvPr>
          <p:cNvSpPr txBox="1"/>
          <p:nvPr userDrawn="1"/>
        </p:nvSpPr>
        <p:spPr>
          <a:xfrm>
            <a:off x="1508197" y="484526"/>
            <a:ext cx="9175605" cy="629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6BA61AE-1324-15B8-B2A8-9EBF45A87D6C}"/>
              </a:ext>
            </a:extLst>
          </p:cNvPr>
          <p:cNvSpPr txBox="1"/>
          <p:nvPr userDrawn="1"/>
        </p:nvSpPr>
        <p:spPr>
          <a:xfrm>
            <a:off x="4624430" y="3339519"/>
            <a:ext cx="3237537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400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EAACB86-DFF5-1195-1000-FAE2A4EC8879}"/>
              </a:ext>
            </a:extLst>
          </p:cNvPr>
          <p:cNvSpPr/>
          <p:nvPr userDrawn="1"/>
        </p:nvSpPr>
        <p:spPr>
          <a:xfrm>
            <a:off x="1646929" y="1536544"/>
            <a:ext cx="929479" cy="1023143"/>
          </a:xfrm>
          <a:custGeom>
            <a:avLst/>
            <a:gdLst/>
            <a:ahLst/>
            <a:cxnLst/>
            <a:rect l="l" t="t" r="r" b="b"/>
            <a:pathLst>
              <a:path w="2444665" h="1911284">
                <a:moveTo>
                  <a:pt x="0" y="0"/>
                </a:moveTo>
                <a:lnTo>
                  <a:pt x="2444665" y="0"/>
                </a:lnTo>
                <a:lnTo>
                  <a:pt x="2444665" y="1911283"/>
                </a:lnTo>
                <a:lnTo>
                  <a:pt x="0" y="1911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E1EA558E-B290-581C-2AFA-77885E7C25BE}"/>
              </a:ext>
            </a:extLst>
          </p:cNvPr>
          <p:cNvSpPr/>
          <p:nvPr userDrawn="1"/>
        </p:nvSpPr>
        <p:spPr>
          <a:xfrm flipH="1">
            <a:off x="10074050" y="4248134"/>
            <a:ext cx="929479" cy="1023143"/>
          </a:xfrm>
          <a:custGeom>
            <a:avLst/>
            <a:gdLst/>
            <a:ahLst/>
            <a:cxnLst/>
            <a:rect l="l" t="t" r="r" b="b"/>
            <a:pathLst>
              <a:path w="2444665" h="1911284">
                <a:moveTo>
                  <a:pt x="2444665" y="0"/>
                </a:moveTo>
                <a:lnTo>
                  <a:pt x="0" y="0"/>
                </a:lnTo>
                <a:lnTo>
                  <a:pt x="0" y="1911284"/>
                </a:lnTo>
                <a:lnTo>
                  <a:pt x="2444665" y="1911284"/>
                </a:lnTo>
                <a:lnTo>
                  <a:pt x="244466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BF81D5F7-857E-ED1C-B77E-A9077721BDFA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67433277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B5217A1-23C1-4603-B8A0-E12C810E40BA}"/>
              </a:ext>
            </a:extLst>
          </p:cNvPr>
          <p:cNvSpPr txBox="1"/>
          <p:nvPr userDrawn="1"/>
        </p:nvSpPr>
        <p:spPr>
          <a:xfrm>
            <a:off x="1508197" y="484526"/>
            <a:ext cx="9175605" cy="629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2C8F2896-C710-B056-9A4E-CDA3D8C615E1}"/>
              </a:ext>
            </a:extLst>
          </p:cNvPr>
          <p:cNvSpPr txBox="1"/>
          <p:nvPr userDrawn="1"/>
        </p:nvSpPr>
        <p:spPr>
          <a:xfrm>
            <a:off x="3543069" y="2539365"/>
            <a:ext cx="2264970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spc="55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Title/Role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6DB6F331-25C0-8EAC-8570-6E485AA3F3CC}"/>
              </a:ext>
            </a:extLst>
          </p:cNvPr>
          <p:cNvSpPr txBox="1"/>
          <p:nvPr userDrawn="1"/>
        </p:nvSpPr>
        <p:spPr>
          <a:xfrm>
            <a:off x="3504902" y="1426944"/>
            <a:ext cx="184431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C0D6EC5B-692F-3F94-518C-72021839B843}"/>
              </a:ext>
            </a:extLst>
          </p:cNvPr>
          <p:cNvSpPr txBox="1"/>
          <p:nvPr userDrawn="1"/>
        </p:nvSpPr>
        <p:spPr>
          <a:xfrm>
            <a:off x="8128633" y="1426944"/>
            <a:ext cx="184431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818ADFEA-A536-1078-3A2A-A8BAD14757EA}"/>
              </a:ext>
            </a:extLst>
          </p:cNvPr>
          <p:cNvSpPr txBox="1"/>
          <p:nvPr userDrawn="1"/>
        </p:nvSpPr>
        <p:spPr>
          <a:xfrm>
            <a:off x="8166800" y="2539365"/>
            <a:ext cx="2264970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spc="55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Title/Role</a:t>
            </a:r>
          </a:p>
        </p:txBody>
      </p:sp>
      <p:sp>
        <p:nvSpPr>
          <p:cNvPr id="25" name="Freeform 2">
            <a:extLst>
              <a:ext uri="{FF2B5EF4-FFF2-40B4-BE49-F238E27FC236}">
                <a16:creationId xmlns:a16="http://schemas.microsoft.com/office/drawing/2014/main" id="{9E5AACF4-42E1-BCE8-AF5F-D4D756E3B24E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26B7F125-596F-24D1-23AA-BBA2E91CDA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5483" y="1426944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D1522BEF-1C93-CC11-6AF1-C7ACB6CE65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81950" y="1415957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AFC1D906-566E-8160-99D6-652259BF67A6}"/>
              </a:ext>
            </a:extLst>
          </p:cNvPr>
          <p:cNvSpPr txBox="1"/>
          <p:nvPr userDrawn="1"/>
        </p:nvSpPr>
        <p:spPr>
          <a:xfrm>
            <a:off x="3543069" y="4723440"/>
            <a:ext cx="2264970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spc="55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Title</a:t>
            </a:r>
            <a:r>
              <a:rPr lang="en-US" sz="2400" spc="55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/Role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DB86FA12-788A-3786-1BC0-179E348A4822}"/>
              </a:ext>
            </a:extLst>
          </p:cNvPr>
          <p:cNvSpPr txBox="1"/>
          <p:nvPr userDrawn="1"/>
        </p:nvSpPr>
        <p:spPr>
          <a:xfrm>
            <a:off x="3504902" y="3611019"/>
            <a:ext cx="184431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E12D4F75-F0C3-4D70-EC7B-6D5B242B1D8B}"/>
              </a:ext>
            </a:extLst>
          </p:cNvPr>
          <p:cNvSpPr txBox="1"/>
          <p:nvPr userDrawn="1"/>
        </p:nvSpPr>
        <p:spPr>
          <a:xfrm>
            <a:off x="8128633" y="3611019"/>
            <a:ext cx="184431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32DD0D68-40DB-B39B-1B80-A6CBB4E72F74}"/>
              </a:ext>
            </a:extLst>
          </p:cNvPr>
          <p:cNvSpPr txBox="1"/>
          <p:nvPr userDrawn="1"/>
        </p:nvSpPr>
        <p:spPr>
          <a:xfrm>
            <a:off x="8166800" y="4723440"/>
            <a:ext cx="2264970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spc="55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Title/Role</a:t>
            </a:r>
          </a:p>
        </p:txBody>
      </p:sp>
      <p:sp>
        <p:nvSpPr>
          <p:cNvPr id="32" name="Picture Placeholder 12">
            <a:extLst>
              <a:ext uri="{FF2B5EF4-FFF2-40B4-BE49-F238E27FC236}">
                <a16:creationId xmlns:a16="http://schemas.microsoft.com/office/drawing/2014/main" id="{B74EC5F2-6E45-ADE5-7FA7-D577A55AF46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5483" y="3611019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A407ACB4-2430-8AB8-CAA1-CED4026C873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81950" y="3600032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1063038746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3134740" y="824948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11583" y="1948484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5D09F18E-6173-5141-0814-89239CA53EA9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26218619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3134740" y="824948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E42BA6-1B83-D347-18A1-E9CCF35C8E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06687" y="1681163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1086C3A4-278E-2D5A-C2AF-23F6E1E0DDAA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92251832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317425" y="3185042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E42BA6-1B83-D347-18A1-E9CCF35C8E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57667" y="5186362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  <a:latin typeface="Helvetica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57666" y="1342748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93F9FC89-92D0-BA05-B5DB-47D0C8481EEC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3643821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6213269" y="847726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E42BA6-1B83-D347-18A1-E9CCF35C8E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90112" y="191373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4590" y="1913730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E7B6A05F-36C9-D5C1-CFF7-2F550AFC239B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703303020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6068266" y="3397249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4590" y="1913730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FE16900E-C060-8AF5-2B5B-A5D786614CE4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30027112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0" y="1519070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E42BA6-1B83-D347-18A1-E9CCF35C8E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5329" y="2408496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280580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4C3D0F4B-6CBA-3BB5-D4CC-931EE6BDA6D5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46416414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127374" y="1519070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57666" y="1342747"/>
            <a:ext cx="5157787" cy="43821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8" name="Freeform 2">
            <a:extLst>
              <a:ext uri="{FF2B5EF4-FFF2-40B4-BE49-F238E27FC236}">
                <a16:creationId xmlns:a16="http://schemas.microsoft.com/office/drawing/2014/main" id="{0D67821F-A4A5-B779-23C4-3AAEA6D216D9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277097394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91BD594E-FBAC-5B3C-83A5-ADD421B7195D}"/>
              </a:ext>
            </a:extLst>
          </p:cNvPr>
          <p:cNvSpPr txBox="1"/>
          <p:nvPr userDrawn="1"/>
        </p:nvSpPr>
        <p:spPr>
          <a:xfrm>
            <a:off x="2791292" y="771514"/>
            <a:ext cx="6094289" cy="80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DDACB-95E4-FD2F-6DE0-818D5F5FB069}"/>
              </a:ext>
            </a:extLst>
          </p:cNvPr>
          <p:cNvSpPr txBox="1"/>
          <p:nvPr userDrawn="1"/>
        </p:nvSpPr>
        <p:spPr>
          <a:xfrm>
            <a:off x="1952170" y="2427600"/>
            <a:ext cx="7772532" cy="175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spc="64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Name. : </a:t>
            </a:r>
          </a:p>
          <a:p>
            <a:pPr algn="l">
              <a:lnSpc>
                <a:spcPts val="4480"/>
              </a:lnSpc>
            </a:pPr>
            <a:endParaRPr lang="en-US" sz="3200" b="1" spc="64" dirty="0">
              <a:solidFill>
                <a:srgbClr val="1D2858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algn="l">
              <a:lnSpc>
                <a:spcPts val="4480"/>
              </a:lnSpc>
            </a:pPr>
            <a:r>
              <a:rPr lang="en-US" sz="3200" b="1" spc="64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 : 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0B536B7-AB9B-37CC-2EB6-A831696051BD}"/>
              </a:ext>
            </a:extLst>
          </p:cNvPr>
          <p:cNvSpPr/>
          <p:nvPr userDrawn="1"/>
        </p:nvSpPr>
        <p:spPr>
          <a:xfrm>
            <a:off x="390560" y="5625646"/>
            <a:ext cx="460840" cy="460840"/>
          </a:xfrm>
          <a:custGeom>
            <a:avLst/>
            <a:gdLst/>
            <a:ahLst/>
            <a:cxnLst/>
            <a:rect l="l" t="t" r="r" b="b"/>
            <a:pathLst>
              <a:path w="460840" h="460840">
                <a:moveTo>
                  <a:pt x="0" y="0"/>
                </a:moveTo>
                <a:lnTo>
                  <a:pt x="460840" y="0"/>
                </a:lnTo>
                <a:lnTo>
                  <a:pt x="460840" y="460841"/>
                </a:lnTo>
                <a:lnTo>
                  <a:pt x="0" y="460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4E937AE-4656-D76B-6A68-529A3FD0878F}"/>
              </a:ext>
            </a:extLst>
          </p:cNvPr>
          <p:cNvSpPr txBox="1"/>
          <p:nvPr userDrawn="1"/>
        </p:nvSpPr>
        <p:spPr>
          <a:xfrm>
            <a:off x="1077869" y="5686563"/>
            <a:ext cx="4838585" cy="399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5"/>
              </a:lnSpc>
            </a:pPr>
            <a:r>
              <a:rPr lang="en-US" sz="2799" spc="55" dirty="0">
                <a:latin typeface="Helvetica World"/>
                <a:ea typeface="Helvetica World"/>
                <a:cs typeface="Helvetica World"/>
                <a:sym typeface="Helvetica World"/>
              </a:rPr>
              <a:t>+</a:t>
            </a:r>
            <a:r>
              <a:rPr lang="en-US" sz="2400" spc="55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123-456-7890</a:t>
            </a:r>
          </a:p>
        </p:txBody>
      </p:sp>
      <p:sp>
        <p:nvSpPr>
          <p:cNvPr id="9" name="Freeform 2">
            <a:extLst>
              <a:ext uri="{FF2B5EF4-FFF2-40B4-BE49-F238E27FC236}">
                <a16:creationId xmlns:a16="http://schemas.microsoft.com/office/drawing/2014/main" id="{40E3285F-0164-FFDA-4286-7280FE478A5F}"/>
              </a:ext>
            </a:extLst>
          </p:cNvPr>
          <p:cNvSpPr>
            <a:spLocks/>
          </p:cNvSpPr>
          <p:nvPr userDrawn="1"/>
        </p:nvSpPr>
        <p:spPr>
          <a:xfrm>
            <a:off x="0" y="171126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800003" h="1979599">
                <a:moveTo>
                  <a:pt x="0" y="0"/>
                </a:moveTo>
                <a:lnTo>
                  <a:pt x="2800003" y="0"/>
                </a:lnTo>
                <a:lnTo>
                  <a:pt x="2800003" y="1979599"/>
                </a:lnTo>
                <a:lnTo>
                  <a:pt x="0" y="1979599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97759269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78F17-D953-83DA-3D8C-0289961562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40457-0002-5948-91C5-AA90B2F21291}" type="slidenum">
              <a:rPr lang="en-MM" smtClean="0"/>
              <a:pPr/>
              <a:t>‹#›</a:t>
            </a:fld>
            <a:endParaRPr lang="en-MM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F632AC-CBC6-D734-3BBA-EF7AB08727D5}"/>
              </a:ext>
            </a:extLst>
          </p:cNvPr>
          <p:cNvSpPr/>
          <p:nvPr userDrawn="1"/>
        </p:nvSpPr>
        <p:spPr>
          <a:xfrm>
            <a:off x="471040" y="169068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9F909B-4FC1-8962-E4E0-5EFB8E3D758A}"/>
              </a:ext>
            </a:extLst>
          </p:cNvPr>
          <p:cNvSpPr/>
          <p:nvPr userDrawn="1"/>
        </p:nvSpPr>
        <p:spPr>
          <a:xfrm>
            <a:off x="2807970" y="169068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7C586F-B1AC-4277-3F0A-72FE4752769C}"/>
              </a:ext>
            </a:extLst>
          </p:cNvPr>
          <p:cNvSpPr/>
          <p:nvPr userDrawn="1"/>
        </p:nvSpPr>
        <p:spPr>
          <a:xfrm>
            <a:off x="5144900" y="169068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0261D3-0459-CEB4-ADE0-95C8271E6F55}"/>
              </a:ext>
            </a:extLst>
          </p:cNvPr>
          <p:cNvSpPr/>
          <p:nvPr userDrawn="1"/>
        </p:nvSpPr>
        <p:spPr>
          <a:xfrm>
            <a:off x="9768840" y="169068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E937B4-1C96-E29F-90A2-0175378FB3D1}"/>
              </a:ext>
            </a:extLst>
          </p:cNvPr>
          <p:cNvSpPr/>
          <p:nvPr userDrawn="1"/>
        </p:nvSpPr>
        <p:spPr>
          <a:xfrm>
            <a:off x="7456870" y="169068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BA1DD0-403F-990E-D4D6-735B3898DBF9}"/>
              </a:ext>
            </a:extLst>
          </p:cNvPr>
          <p:cNvSpPr/>
          <p:nvPr userDrawn="1"/>
        </p:nvSpPr>
        <p:spPr>
          <a:xfrm>
            <a:off x="471040" y="408876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457FE1-C189-A6E0-E76F-510329BE5BEE}"/>
              </a:ext>
            </a:extLst>
          </p:cNvPr>
          <p:cNvSpPr/>
          <p:nvPr userDrawn="1"/>
        </p:nvSpPr>
        <p:spPr>
          <a:xfrm>
            <a:off x="2807970" y="408876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BA32A7-B0CF-3A23-6D1E-CF3E2C7BD943}"/>
              </a:ext>
            </a:extLst>
          </p:cNvPr>
          <p:cNvSpPr/>
          <p:nvPr userDrawn="1"/>
        </p:nvSpPr>
        <p:spPr>
          <a:xfrm>
            <a:off x="5144900" y="408876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ABF874-FE91-CEA7-2FD2-0C1279F719AE}"/>
              </a:ext>
            </a:extLst>
          </p:cNvPr>
          <p:cNvSpPr/>
          <p:nvPr userDrawn="1"/>
        </p:nvSpPr>
        <p:spPr>
          <a:xfrm>
            <a:off x="9768840" y="408876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7A42E85-1DAF-BC0B-4401-90EEAC386B3B}"/>
              </a:ext>
            </a:extLst>
          </p:cNvPr>
          <p:cNvSpPr/>
          <p:nvPr userDrawn="1"/>
        </p:nvSpPr>
        <p:spPr>
          <a:xfrm>
            <a:off x="7456870" y="408876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ABAE4C-41C7-BEE2-2B13-ADB82E83DB84}"/>
              </a:ext>
            </a:extLst>
          </p:cNvPr>
          <p:cNvSpPr txBox="1"/>
          <p:nvPr userDrawn="1"/>
        </p:nvSpPr>
        <p:spPr>
          <a:xfrm>
            <a:off x="471040" y="340800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727BE3-E315-1FA1-D6D7-179B8683D204}"/>
              </a:ext>
            </a:extLst>
          </p:cNvPr>
          <p:cNvSpPr txBox="1"/>
          <p:nvPr userDrawn="1"/>
        </p:nvSpPr>
        <p:spPr>
          <a:xfrm>
            <a:off x="2915155" y="3396491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8C4B3F-B412-F3FF-8D86-602F56575A1B}"/>
              </a:ext>
            </a:extLst>
          </p:cNvPr>
          <p:cNvSpPr txBox="1"/>
          <p:nvPr userDrawn="1"/>
        </p:nvSpPr>
        <p:spPr>
          <a:xfrm>
            <a:off x="5359270" y="3396491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2D7BB-5E65-CD58-8EAC-25FA560D5607}"/>
              </a:ext>
            </a:extLst>
          </p:cNvPr>
          <p:cNvSpPr txBox="1"/>
          <p:nvPr userDrawn="1"/>
        </p:nvSpPr>
        <p:spPr>
          <a:xfrm>
            <a:off x="7649080" y="3396491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537B59-C95D-49D3-6F8B-1A5AEEDCB38C}"/>
              </a:ext>
            </a:extLst>
          </p:cNvPr>
          <p:cNvSpPr txBox="1"/>
          <p:nvPr userDrawn="1"/>
        </p:nvSpPr>
        <p:spPr>
          <a:xfrm>
            <a:off x="9768840" y="340022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C8440A-D3A0-14CB-0222-66A1678FAA73}"/>
              </a:ext>
            </a:extLst>
          </p:cNvPr>
          <p:cNvSpPr txBox="1"/>
          <p:nvPr userDrawn="1"/>
        </p:nvSpPr>
        <p:spPr>
          <a:xfrm>
            <a:off x="471040" y="5755009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FB4DE6-1C52-C731-F7EE-BE166C75D417}"/>
              </a:ext>
            </a:extLst>
          </p:cNvPr>
          <p:cNvSpPr txBox="1"/>
          <p:nvPr userDrawn="1"/>
        </p:nvSpPr>
        <p:spPr>
          <a:xfrm>
            <a:off x="2915155" y="574349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66BE5B-914E-DEF5-5DB2-018F8C2E9AED}"/>
              </a:ext>
            </a:extLst>
          </p:cNvPr>
          <p:cNvSpPr txBox="1"/>
          <p:nvPr userDrawn="1"/>
        </p:nvSpPr>
        <p:spPr>
          <a:xfrm>
            <a:off x="5359270" y="574349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CE4FED-08E8-5252-335F-0E1E0026D5CF}"/>
              </a:ext>
            </a:extLst>
          </p:cNvPr>
          <p:cNvSpPr txBox="1"/>
          <p:nvPr userDrawn="1"/>
        </p:nvSpPr>
        <p:spPr>
          <a:xfrm>
            <a:off x="7649080" y="574349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1325F0-9C49-620F-78B8-20D350580277}"/>
              </a:ext>
            </a:extLst>
          </p:cNvPr>
          <p:cNvSpPr txBox="1"/>
          <p:nvPr userDrawn="1"/>
        </p:nvSpPr>
        <p:spPr>
          <a:xfrm>
            <a:off x="9768840" y="5747229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8" name="TextBox 51">
            <a:extLst>
              <a:ext uri="{FF2B5EF4-FFF2-40B4-BE49-F238E27FC236}">
                <a16:creationId xmlns:a16="http://schemas.microsoft.com/office/drawing/2014/main" id="{7902A76E-7A55-16F8-4E84-3AFEF8505CD2}"/>
              </a:ext>
            </a:extLst>
          </p:cNvPr>
          <p:cNvSpPr txBox="1"/>
          <p:nvPr userDrawn="1"/>
        </p:nvSpPr>
        <p:spPr>
          <a:xfrm>
            <a:off x="1094453" y="381280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21" name="Freeform 43">
            <a:extLst>
              <a:ext uri="{FF2B5EF4-FFF2-40B4-BE49-F238E27FC236}">
                <a16:creationId xmlns:a16="http://schemas.microsoft.com/office/drawing/2014/main" id="{23160913-BB45-7A42-DE2F-B7440F0121AF}"/>
              </a:ext>
            </a:extLst>
          </p:cNvPr>
          <p:cNvSpPr/>
          <p:nvPr userDrawn="1"/>
        </p:nvSpPr>
        <p:spPr>
          <a:xfrm>
            <a:off x="219370" y="224621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748869" h="1943447">
                <a:moveTo>
                  <a:pt x="0" y="0"/>
                </a:moveTo>
                <a:lnTo>
                  <a:pt x="2748869" y="0"/>
                </a:lnTo>
                <a:lnTo>
                  <a:pt x="2748869" y="1943447"/>
                </a:lnTo>
                <a:lnTo>
                  <a:pt x="0" y="194344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319425488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:a16="http://schemas.microsoft.com/office/drawing/2014/main" id="{4826D36A-17D7-EC14-51A4-B4F33C26CA87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C2E25-80D1-4672-87B4-4DFB6E2EE7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Sub heading</a:t>
            </a:r>
            <a:endParaRPr lang="en-M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2C2ED-8EB8-C39D-7E10-68E1B1AD1C8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Sub heading</a:t>
            </a:r>
            <a:endParaRPr lang="en-MM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B760C-B206-DC8C-4615-4C83D14E50F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54540457-0002-5948-91C5-AA90B2F21291}" type="slidenum">
              <a:rPr lang="en-MM" smtClean="0"/>
              <a:pPr/>
              <a:t>‹#›</a:t>
            </a:fld>
            <a:endParaRPr lang="en-MM" dirty="0"/>
          </a:p>
        </p:txBody>
      </p:sp>
      <p:sp>
        <p:nvSpPr>
          <p:cNvPr id="12" name="TextBox 51">
            <a:extLst>
              <a:ext uri="{FF2B5EF4-FFF2-40B4-BE49-F238E27FC236}">
                <a16:creationId xmlns:a16="http://schemas.microsoft.com/office/drawing/2014/main" id="{2EACCBE2-8FA5-8C5C-6995-A52E8BBAD1FB}"/>
              </a:ext>
            </a:extLst>
          </p:cNvPr>
          <p:cNvSpPr txBox="1"/>
          <p:nvPr userDrawn="1"/>
        </p:nvSpPr>
        <p:spPr>
          <a:xfrm>
            <a:off x="1094453" y="381280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3" name="Freeform 43">
            <a:extLst>
              <a:ext uri="{FF2B5EF4-FFF2-40B4-BE49-F238E27FC236}">
                <a16:creationId xmlns:a16="http://schemas.microsoft.com/office/drawing/2014/main" id="{63C9FAE6-38C5-B4E8-017C-40449963B754}"/>
              </a:ext>
            </a:extLst>
          </p:cNvPr>
          <p:cNvSpPr/>
          <p:nvPr userDrawn="1"/>
        </p:nvSpPr>
        <p:spPr>
          <a:xfrm>
            <a:off x="219370" y="224621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748869" h="1943447">
                <a:moveTo>
                  <a:pt x="0" y="0"/>
                </a:moveTo>
                <a:lnTo>
                  <a:pt x="2748869" y="0"/>
                </a:lnTo>
                <a:lnTo>
                  <a:pt x="2748869" y="1943447"/>
                </a:lnTo>
                <a:lnTo>
                  <a:pt x="0" y="194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413688484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0B161A3D-3FA2-6995-9E35-C178B675A034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954530"/>
            <a:ext cx="5157787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B760C-B206-DC8C-4615-4C83D14E50F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1954530"/>
            <a:ext cx="5183188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5" name="TextBox 51">
            <a:extLst>
              <a:ext uri="{FF2B5EF4-FFF2-40B4-BE49-F238E27FC236}">
                <a16:creationId xmlns:a16="http://schemas.microsoft.com/office/drawing/2014/main" id="{CB682C60-E40B-3DE5-834C-0D7A3BF7273A}"/>
              </a:ext>
            </a:extLst>
          </p:cNvPr>
          <p:cNvSpPr txBox="1"/>
          <p:nvPr userDrawn="1"/>
        </p:nvSpPr>
        <p:spPr>
          <a:xfrm>
            <a:off x="1253073" y="347734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8" name="Freeform 43">
            <a:extLst>
              <a:ext uri="{FF2B5EF4-FFF2-40B4-BE49-F238E27FC236}">
                <a16:creationId xmlns:a16="http://schemas.microsoft.com/office/drawing/2014/main" id="{F30E7BEE-DF3A-27C9-1DFD-3F63F3897BD4}"/>
              </a:ext>
            </a:extLst>
          </p:cNvPr>
          <p:cNvSpPr/>
          <p:nvPr userDrawn="1"/>
        </p:nvSpPr>
        <p:spPr>
          <a:xfrm>
            <a:off x="219370" y="224621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748869" h="1943447">
                <a:moveTo>
                  <a:pt x="0" y="0"/>
                </a:moveTo>
                <a:lnTo>
                  <a:pt x="2748869" y="0"/>
                </a:lnTo>
                <a:lnTo>
                  <a:pt x="2748869" y="1943447"/>
                </a:lnTo>
                <a:lnTo>
                  <a:pt x="0" y="194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88101009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mparison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CCE1EAD2-FF66-DDFC-201B-25EFCF86FA9B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954530"/>
            <a:ext cx="10515600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5" name="TextBox 51">
            <a:extLst>
              <a:ext uri="{FF2B5EF4-FFF2-40B4-BE49-F238E27FC236}">
                <a16:creationId xmlns:a16="http://schemas.microsoft.com/office/drawing/2014/main" id="{4E380ABE-31AD-9AE9-7DF2-6D2F2432A98C}"/>
              </a:ext>
            </a:extLst>
          </p:cNvPr>
          <p:cNvSpPr txBox="1"/>
          <p:nvPr userDrawn="1"/>
        </p:nvSpPr>
        <p:spPr>
          <a:xfrm>
            <a:off x="1253073" y="516081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6" name="Freeform 43">
            <a:extLst>
              <a:ext uri="{FF2B5EF4-FFF2-40B4-BE49-F238E27FC236}">
                <a16:creationId xmlns:a16="http://schemas.microsoft.com/office/drawing/2014/main" id="{56E20FB6-BA66-F701-598A-FA4D5D187D3C}"/>
              </a:ext>
            </a:extLst>
          </p:cNvPr>
          <p:cNvSpPr/>
          <p:nvPr userDrawn="1"/>
        </p:nvSpPr>
        <p:spPr>
          <a:xfrm>
            <a:off x="219370" y="224621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748869" h="1943447">
                <a:moveTo>
                  <a:pt x="0" y="0"/>
                </a:moveTo>
                <a:lnTo>
                  <a:pt x="2748869" y="0"/>
                </a:lnTo>
                <a:lnTo>
                  <a:pt x="2748869" y="1943447"/>
                </a:lnTo>
                <a:lnTo>
                  <a:pt x="0" y="194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1543412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D07D57B8-B8DB-4E91-5664-982229ED8E7E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D42B-8CA5-7067-31FB-873777BAF52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960165" cy="3720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08C4-11BB-03D7-FDBC-F4C22D30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7" name="TextBox 51">
            <a:extLst>
              <a:ext uri="{FF2B5EF4-FFF2-40B4-BE49-F238E27FC236}">
                <a16:creationId xmlns:a16="http://schemas.microsoft.com/office/drawing/2014/main" id="{5ED5044F-DA66-CCCF-F8FF-D0B0A2A35C20}"/>
              </a:ext>
            </a:extLst>
          </p:cNvPr>
          <p:cNvSpPr txBox="1"/>
          <p:nvPr userDrawn="1"/>
        </p:nvSpPr>
        <p:spPr>
          <a:xfrm>
            <a:off x="1253073" y="416061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3" name="Freeform 43">
            <a:extLst>
              <a:ext uri="{FF2B5EF4-FFF2-40B4-BE49-F238E27FC236}">
                <a16:creationId xmlns:a16="http://schemas.microsoft.com/office/drawing/2014/main" id="{0D7D6D21-0F11-1A2F-0856-DCAD204309E6}"/>
              </a:ext>
            </a:extLst>
          </p:cNvPr>
          <p:cNvSpPr/>
          <p:nvPr userDrawn="1"/>
        </p:nvSpPr>
        <p:spPr>
          <a:xfrm>
            <a:off x="219370" y="224621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748869" h="1943447">
                <a:moveTo>
                  <a:pt x="0" y="0"/>
                </a:moveTo>
                <a:lnTo>
                  <a:pt x="2748869" y="0"/>
                </a:lnTo>
                <a:lnTo>
                  <a:pt x="2748869" y="1943447"/>
                </a:lnTo>
                <a:lnTo>
                  <a:pt x="0" y="194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E2D19343-7255-2F95-2387-7B2A77AC87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06680" y="195461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C5639264-4C08-14C0-5EAA-4B54BBD77C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07413" y="378460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45232516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12D7113B-933A-87DC-2827-200835A70467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D42B-8CA5-7067-31FB-873777BAF52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960165" cy="3720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08C4-11BB-03D7-FDBC-F4C22D30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7" name="TextBox 51">
            <a:extLst>
              <a:ext uri="{FF2B5EF4-FFF2-40B4-BE49-F238E27FC236}">
                <a16:creationId xmlns:a16="http://schemas.microsoft.com/office/drawing/2014/main" id="{B2C94A2B-5CBA-65E1-D969-743CFA31D871}"/>
              </a:ext>
            </a:extLst>
          </p:cNvPr>
          <p:cNvSpPr txBox="1"/>
          <p:nvPr userDrawn="1"/>
        </p:nvSpPr>
        <p:spPr>
          <a:xfrm>
            <a:off x="1253073" y="416061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1" name="Freeform 43">
            <a:extLst>
              <a:ext uri="{FF2B5EF4-FFF2-40B4-BE49-F238E27FC236}">
                <a16:creationId xmlns:a16="http://schemas.microsoft.com/office/drawing/2014/main" id="{E1A2A883-FC32-3521-6750-DF1A95A2861F}"/>
              </a:ext>
            </a:extLst>
          </p:cNvPr>
          <p:cNvSpPr/>
          <p:nvPr userDrawn="1"/>
        </p:nvSpPr>
        <p:spPr>
          <a:xfrm>
            <a:off x="219370" y="224621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748869" h="1943447">
                <a:moveTo>
                  <a:pt x="0" y="0"/>
                </a:moveTo>
                <a:lnTo>
                  <a:pt x="2748869" y="0"/>
                </a:lnTo>
                <a:lnTo>
                  <a:pt x="2748869" y="1943447"/>
                </a:lnTo>
                <a:lnTo>
                  <a:pt x="0" y="194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238D6B97-C674-1CB1-AA2D-B56D7FBAF2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06671" y="289843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195108199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0B03928-0AAF-7A0F-1E3A-C3DA9FB3B97E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3FF43-DFFA-F56E-2CB2-B0E348EF19C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7590" y="2372043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36B9-A37A-CCC4-B9F3-6B0A6ED6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5" name="Freeform 43">
            <a:extLst>
              <a:ext uri="{FF2B5EF4-FFF2-40B4-BE49-F238E27FC236}">
                <a16:creationId xmlns:a16="http://schemas.microsoft.com/office/drawing/2014/main" id="{C5091B08-4798-ABD8-D192-12E94DD4128F}"/>
              </a:ext>
            </a:extLst>
          </p:cNvPr>
          <p:cNvSpPr/>
          <p:nvPr userDrawn="1"/>
        </p:nvSpPr>
        <p:spPr>
          <a:xfrm>
            <a:off x="219370" y="224621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748869" h="1943447">
                <a:moveTo>
                  <a:pt x="0" y="0"/>
                </a:moveTo>
                <a:lnTo>
                  <a:pt x="2748869" y="0"/>
                </a:lnTo>
                <a:lnTo>
                  <a:pt x="2748869" y="1943447"/>
                </a:lnTo>
                <a:lnTo>
                  <a:pt x="0" y="194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591195281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0B03928-0AAF-7A0F-1E3A-C3DA9FB3B97E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36B9-A37A-CCC4-B9F3-6B0A6ED6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5" name="Freeform 43">
            <a:extLst>
              <a:ext uri="{FF2B5EF4-FFF2-40B4-BE49-F238E27FC236}">
                <a16:creationId xmlns:a16="http://schemas.microsoft.com/office/drawing/2014/main" id="{C5091B08-4798-ABD8-D192-12E94DD4128F}"/>
              </a:ext>
            </a:extLst>
          </p:cNvPr>
          <p:cNvSpPr/>
          <p:nvPr userDrawn="1"/>
        </p:nvSpPr>
        <p:spPr>
          <a:xfrm>
            <a:off x="219370" y="224621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748869" h="1943447">
                <a:moveTo>
                  <a:pt x="0" y="0"/>
                </a:moveTo>
                <a:lnTo>
                  <a:pt x="2748869" y="0"/>
                </a:lnTo>
                <a:lnTo>
                  <a:pt x="2748869" y="1943447"/>
                </a:lnTo>
                <a:lnTo>
                  <a:pt x="0" y="194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23672605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3D3A36EC-7E83-B680-DF43-96544959BA81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3D424-B68B-40D2-B009-762BE4A3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149CD5-5A8B-8B3B-2AB6-DFBA722546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06420" y="4793531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C14761F-581D-BC89-95BF-DC27EF05EAD1}"/>
              </a:ext>
            </a:extLst>
          </p:cNvPr>
          <p:cNvSpPr txBox="1">
            <a:spLocks/>
          </p:cNvSpPr>
          <p:nvPr userDrawn="1"/>
        </p:nvSpPr>
        <p:spPr>
          <a:xfrm>
            <a:off x="9173471" y="63690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MM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540457-0002-5948-91C5-AA90B2F21291}" type="slidenum">
              <a:rPr lang="en-MM" smtClean="0"/>
              <a:pPr/>
              <a:t>‹#›</a:t>
            </a:fld>
            <a:endParaRPr lang="en-MM"/>
          </a:p>
        </p:txBody>
      </p:sp>
      <p:sp>
        <p:nvSpPr>
          <p:cNvPr id="3" name="Freeform 43">
            <a:extLst>
              <a:ext uri="{FF2B5EF4-FFF2-40B4-BE49-F238E27FC236}">
                <a16:creationId xmlns:a16="http://schemas.microsoft.com/office/drawing/2014/main" id="{B644BC8C-A0F0-DB0D-EA72-56BCCA6B863F}"/>
              </a:ext>
            </a:extLst>
          </p:cNvPr>
          <p:cNvSpPr/>
          <p:nvPr userDrawn="1"/>
        </p:nvSpPr>
        <p:spPr>
          <a:xfrm>
            <a:off x="219370" y="224621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748869" h="1943447">
                <a:moveTo>
                  <a:pt x="0" y="0"/>
                </a:moveTo>
                <a:lnTo>
                  <a:pt x="2748869" y="0"/>
                </a:lnTo>
                <a:lnTo>
                  <a:pt x="2748869" y="1943447"/>
                </a:lnTo>
                <a:lnTo>
                  <a:pt x="0" y="194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9D5084AD-0E80-F248-5173-ABE67F8C81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9702" y="2251488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805214483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1415C307-E864-DC65-DA1A-65048EB60D25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3D424-B68B-40D2-B009-762BE4A3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149CD5-5A8B-8B3B-2AB6-DFBA722546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4793529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018DB1-73FA-40C8-6ABF-2682A22D0B1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835" y="4793530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8" name="Freeform 43">
            <a:extLst>
              <a:ext uri="{FF2B5EF4-FFF2-40B4-BE49-F238E27FC236}">
                <a16:creationId xmlns:a16="http://schemas.microsoft.com/office/drawing/2014/main" id="{12CF23C0-2C9D-C2FA-A948-8B0B783750CA}"/>
              </a:ext>
            </a:extLst>
          </p:cNvPr>
          <p:cNvSpPr/>
          <p:nvPr userDrawn="1"/>
        </p:nvSpPr>
        <p:spPr>
          <a:xfrm>
            <a:off x="219370" y="224621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748869" h="1943447">
                <a:moveTo>
                  <a:pt x="0" y="0"/>
                </a:moveTo>
                <a:lnTo>
                  <a:pt x="2748869" y="0"/>
                </a:lnTo>
                <a:lnTo>
                  <a:pt x="2748869" y="1943447"/>
                </a:lnTo>
                <a:lnTo>
                  <a:pt x="0" y="1943447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24C7FBDE-1711-FF25-52AA-3695EBB364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49117" y="2199171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9CB017B-98F6-D370-E5CB-08021A7D7C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09282" y="2251484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3130700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4_Title Only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28BD3F57-4218-0B4C-C7AF-16D373B133C3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8370CE2-2625-4FE2-FB21-0D7ED595FAC0}"/>
              </a:ext>
            </a:extLst>
          </p:cNvPr>
          <p:cNvSpPr txBox="1"/>
          <p:nvPr userDrawn="1"/>
        </p:nvSpPr>
        <p:spPr>
          <a:xfrm>
            <a:off x="2843336" y="1228779"/>
            <a:ext cx="6094289" cy="821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50"/>
              </a:lnSpc>
            </a:pPr>
            <a:r>
              <a:rPr lang="en-US" sz="4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 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04B57FF-CFFC-5263-9E9F-50866DCF12C0}"/>
              </a:ext>
            </a:extLst>
          </p:cNvPr>
          <p:cNvSpPr txBox="1"/>
          <p:nvPr userDrawn="1"/>
        </p:nvSpPr>
        <p:spPr>
          <a:xfrm>
            <a:off x="1980709" y="2968645"/>
            <a:ext cx="7772532" cy="1757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spc="64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Name. : </a:t>
            </a:r>
          </a:p>
          <a:p>
            <a:pPr algn="l">
              <a:lnSpc>
                <a:spcPts val="4480"/>
              </a:lnSpc>
            </a:pPr>
            <a:endParaRPr lang="en-US" sz="3200" b="1" spc="64" dirty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algn="l">
              <a:lnSpc>
                <a:spcPts val="4480"/>
              </a:lnSpc>
            </a:pPr>
            <a:r>
              <a:rPr lang="en-US" sz="3200" b="1" spc="64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 : 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F6B89D7-D6DB-437B-6761-4B438B5C5405}"/>
              </a:ext>
            </a:extLst>
          </p:cNvPr>
          <p:cNvSpPr/>
          <p:nvPr userDrawn="1"/>
        </p:nvSpPr>
        <p:spPr>
          <a:xfrm>
            <a:off x="275329" y="5520263"/>
            <a:ext cx="460840" cy="460840"/>
          </a:xfrm>
          <a:custGeom>
            <a:avLst/>
            <a:gdLst/>
            <a:ahLst/>
            <a:cxnLst/>
            <a:rect l="l" t="t" r="r" b="b"/>
            <a:pathLst>
              <a:path w="460840" h="460840">
                <a:moveTo>
                  <a:pt x="0" y="0"/>
                </a:moveTo>
                <a:lnTo>
                  <a:pt x="460840" y="0"/>
                </a:lnTo>
                <a:lnTo>
                  <a:pt x="460840" y="460841"/>
                </a:lnTo>
                <a:lnTo>
                  <a:pt x="0" y="460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AFB9946-4C7E-4E50-B94E-3D37B10FE2F9}"/>
              </a:ext>
            </a:extLst>
          </p:cNvPr>
          <p:cNvSpPr txBox="1"/>
          <p:nvPr userDrawn="1"/>
        </p:nvSpPr>
        <p:spPr>
          <a:xfrm>
            <a:off x="1028390" y="5629221"/>
            <a:ext cx="4838585" cy="383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5"/>
              </a:lnSpc>
            </a:pPr>
            <a:r>
              <a:rPr lang="en-US" sz="2400" spc="55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+123-456-7890</a:t>
            </a:r>
          </a:p>
        </p:txBody>
      </p:sp>
      <p:sp>
        <p:nvSpPr>
          <p:cNvPr id="9" name="Freeform 43">
            <a:extLst>
              <a:ext uri="{FF2B5EF4-FFF2-40B4-BE49-F238E27FC236}">
                <a16:creationId xmlns:a16="http://schemas.microsoft.com/office/drawing/2014/main" id="{6AB9974A-F7D0-DCC5-1341-DEE89B609861}"/>
              </a:ext>
            </a:extLst>
          </p:cNvPr>
          <p:cNvSpPr/>
          <p:nvPr userDrawn="1"/>
        </p:nvSpPr>
        <p:spPr>
          <a:xfrm>
            <a:off x="219370" y="224621"/>
            <a:ext cx="1702800" cy="1260000"/>
          </a:xfrm>
          <a:custGeom>
            <a:avLst/>
            <a:gdLst/>
            <a:ahLst/>
            <a:cxnLst/>
            <a:rect l="l" t="t" r="r" b="b"/>
            <a:pathLst>
              <a:path w="2748869" h="1943447">
                <a:moveTo>
                  <a:pt x="0" y="0"/>
                </a:moveTo>
                <a:lnTo>
                  <a:pt x="2748869" y="0"/>
                </a:lnTo>
                <a:lnTo>
                  <a:pt x="2748869" y="1943447"/>
                </a:lnTo>
                <a:lnTo>
                  <a:pt x="0" y="1943447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51358507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4">
            <a:extLst>
              <a:ext uri="{FF2B5EF4-FFF2-40B4-BE49-F238E27FC236}">
                <a16:creationId xmlns:a16="http://schemas.microsoft.com/office/drawing/2014/main" id="{B2308C7F-4F60-E1C8-9E60-C5E856027D30}"/>
              </a:ext>
            </a:extLst>
          </p:cNvPr>
          <p:cNvSpPr/>
          <p:nvPr userDrawn="1"/>
        </p:nvSpPr>
        <p:spPr>
          <a:xfrm>
            <a:off x="5392270" y="3671048"/>
            <a:ext cx="6799729" cy="3179988"/>
          </a:xfrm>
          <a:custGeom>
            <a:avLst/>
            <a:gdLst/>
            <a:ahLst/>
            <a:cxnLst/>
            <a:rect l="l" t="t" r="r" b="b"/>
            <a:pathLst>
              <a:path w="8058531" h="4573607">
                <a:moveTo>
                  <a:pt x="0" y="0"/>
                </a:moveTo>
                <a:lnTo>
                  <a:pt x="8058531" y="0"/>
                </a:lnTo>
                <a:lnTo>
                  <a:pt x="8058531" y="4573607"/>
                </a:lnTo>
                <a:lnTo>
                  <a:pt x="0" y="4573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391" b="-58328"/>
            </a:stretch>
          </a:blipFill>
        </p:spPr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A29A4A9-10E1-59C9-37AC-E34F815FFA3C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275329" y="6369050"/>
            <a:ext cx="2743200" cy="365125"/>
          </a:xfrm>
          <a:prstGeom prst="rect">
            <a:avLst/>
          </a:prstGeom>
        </p:spPr>
        <p:txBody>
          <a:bodyPr/>
          <a:lstStyle/>
          <a:p>
            <a:fld id="{E6E2210B-9BA3-D148-94F7-665BFF643AA5}" type="datetime1">
              <a:rPr lang="en-US" smtClean="0"/>
              <a:t>6/29/25</a:t>
            </a:fld>
            <a:endParaRPr lang="en-M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E05C4-CAC4-98B4-B64D-BAC1FED7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5" name="Freeform 3">
            <a:extLst>
              <a:ext uri="{FF2B5EF4-FFF2-40B4-BE49-F238E27FC236}">
                <a16:creationId xmlns:a16="http://schemas.microsoft.com/office/drawing/2014/main" id="{E611812C-3036-0264-D513-0013AE4FA03A}"/>
              </a:ext>
            </a:extLst>
          </p:cNvPr>
          <p:cNvSpPr/>
          <p:nvPr userDrawn="1"/>
        </p:nvSpPr>
        <p:spPr>
          <a:xfrm>
            <a:off x="6096000" y="361848"/>
            <a:ext cx="5932800" cy="13068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5">
            <a:extLst>
              <a:ext uri="{FF2B5EF4-FFF2-40B4-BE49-F238E27FC236}">
                <a16:creationId xmlns:a16="http://schemas.microsoft.com/office/drawing/2014/main" id="{F26E6B05-6336-5DAE-FA94-CB5B63FFF792}"/>
              </a:ext>
            </a:extLst>
          </p:cNvPr>
          <p:cNvSpPr txBox="1"/>
          <p:nvPr userDrawn="1"/>
        </p:nvSpPr>
        <p:spPr>
          <a:xfrm>
            <a:off x="206813" y="2169691"/>
            <a:ext cx="11362335" cy="15436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7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Presentation Heading</a:t>
            </a:r>
          </a:p>
        </p:txBody>
      </p:sp>
      <p:sp>
        <p:nvSpPr>
          <p:cNvPr id="11" name="TextBox 7">
            <a:extLst>
              <a:ext uri="{FF2B5EF4-FFF2-40B4-BE49-F238E27FC236}">
                <a16:creationId xmlns:a16="http://schemas.microsoft.com/office/drawing/2014/main" id="{CE90E9A5-D528-DEDA-4C35-D3ED30FE5229}"/>
              </a:ext>
            </a:extLst>
          </p:cNvPr>
          <p:cNvSpPr txBox="1"/>
          <p:nvPr userDrawn="1"/>
        </p:nvSpPr>
        <p:spPr>
          <a:xfrm>
            <a:off x="206813" y="3317589"/>
            <a:ext cx="7112156" cy="144456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3439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Sub-Heading</a:t>
            </a:r>
          </a:p>
        </p:txBody>
      </p:sp>
      <p:sp>
        <p:nvSpPr>
          <p:cNvPr id="12" name="TextBox 8">
            <a:extLst>
              <a:ext uri="{FF2B5EF4-FFF2-40B4-BE49-F238E27FC236}">
                <a16:creationId xmlns:a16="http://schemas.microsoft.com/office/drawing/2014/main" id="{1F781F1E-CC08-A59A-ECA4-6E31A6A4B8EF}"/>
              </a:ext>
            </a:extLst>
          </p:cNvPr>
          <p:cNvSpPr txBox="1"/>
          <p:nvPr userDrawn="1"/>
        </p:nvSpPr>
        <p:spPr>
          <a:xfrm>
            <a:off x="206813" y="5133658"/>
            <a:ext cx="186381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84"/>
              </a:lnSpc>
            </a:pPr>
            <a:r>
              <a:rPr lang="en-US" sz="3200" b="1" spc="32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 :</a:t>
            </a:r>
          </a:p>
        </p:txBody>
      </p:sp>
      <p:sp>
        <p:nvSpPr>
          <p:cNvPr id="13" name="TextBox 9">
            <a:extLst>
              <a:ext uri="{FF2B5EF4-FFF2-40B4-BE49-F238E27FC236}">
                <a16:creationId xmlns:a16="http://schemas.microsoft.com/office/drawing/2014/main" id="{A047C049-EE4D-ED0A-D2F2-4E5C974BA531}"/>
              </a:ext>
            </a:extLst>
          </p:cNvPr>
          <p:cNvSpPr txBox="1"/>
          <p:nvPr userDrawn="1"/>
        </p:nvSpPr>
        <p:spPr>
          <a:xfrm>
            <a:off x="3870070" y="5133658"/>
            <a:ext cx="2227274" cy="46166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84"/>
              </a:lnSpc>
            </a:pPr>
            <a:r>
              <a:rPr lang="en-US" sz="3200" b="1" spc="32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 :</a:t>
            </a:r>
          </a:p>
        </p:txBody>
      </p:sp>
    </p:spTree>
    <p:extLst>
      <p:ext uri="{BB962C8B-B14F-4D97-AF65-F5344CB8AC3E}">
        <p14:creationId xmlns:p14="http://schemas.microsoft.com/office/powerpoint/2010/main" val="3826690515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2_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4">
            <a:extLst>
              <a:ext uri="{FF2B5EF4-FFF2-40B4-BE49-F238E27FC236}">
                <a16:creationId xmlns:a16="http://schemas.microsoft.com/office/drawing/2014/main" id="{B2308C7F-4F60-E1C8-9E60-C5E856027D30}"/>
              </a:ext>
            </a:extLst>
          </p:cNvPr>
          <p:cNvSpPr/>
          <p:nvPr userDrawn="1"/>
        </p:nvSpPr>
        <p:spPr>
          <a:xfrm>
            <a:off x="5392270" y="3671048"/>
            <a:ext cx="6799729" cy="3179988"/>
          </a:xfrm>
          <a:custGeom>
            <a:avLst/>
            <a:gdLst/>
            <a:ahLst/>
            <a:cxnLst/>
            <a:rect l="l" t="t" r="r" b="b"/>
            <a:pathLst>
              <a:path w="8058531" h="4573607">
                <a:moveTo>
                  <a:pt x="0" y="0"/>
                </a:moveTo>
                <a:lnTo>
                  <a:pt x="8058531" y="0"/>
                </a:lnTo>
                <a:lnTo>
                  <a:pt x="8058531" y="4573607"/>
                </a:lnTo>
                <a:lnTo>
                  <a:pt x="0" y="4573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391" b="-58328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02E0C352-52E0-00A6-0E18-204B2F7DD565}"/>
              </a:ext>
            </a:extLst>
          </p:cNvPr>
          <p:cNvSpPr>
            <a:spLocks noGrp="1"/>
          </p:cNvSpPr>
          <p:nvPr>
            <p:ph type="ctrTitle" hasCustomPrompt="1"/>
          </p:nvPr>
        </p:nvSpPr>
        <p:spPr>
          <a:xfrm>
            <a:off x="1524000" y="406400"/>
            <a:ext cx="9144000" cy="709706"/>
          </a:xfrm>
          <a:prstGeom prst="rect">
            <a:avLst/>
          </a:prstGeom>
        </p:spPr>
        <p:txBody>
          <a:bodyPr anchor="b"/>
          <a:lstStyle>
            <a:lvl1pPr marL="0" algn="ctr" defTabSz="914400" rtl="0" eaLnBrk="1" latinLnBrk="0" hangingPunct="1">
              <a:lnSpc>
                <a:spcPts val="13439"/>
              </a:lnSpc>
              <a:defRPr lang="en-MM" sz="4400" b="1" kern="1200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</a:defRPr>
            </a:lvl1pPr>
          </a:lstStyle>
          <a:p>
            <a:r>
              <a:rPr lang="en-MM" dirty="0">
                <a:latin typeface="Helvetica" pitchFamily="2" charset="0"/>
              </a:rPr>
              <a:t>Overview</a:t>
            </a:r>
            <a:endParaRPr lang="en-M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4DDCE66-DB92-E8C2-77B4-39A819773AAE}"/>
              </a:ext>
            </a:extLst>
          </p:cNvPr>
          <p:cNvSpPr>
            <a:spLocks noGrp="1"/>
          </p:cNvSpPr>
          <p:nvPr>
            <p:ph type="subTitle" idx="1" hasCustomPrompt="1"/>
          </p:nvPr>
        </p:nvSpPr>
        <p:spPr>
          <a:xfrm>
            <a:off x="1524000" y="1598426"/>
            <a:ext cx="4231341" cy="3551798"/>
          </a:xfrm>
          <a:prstGeom prst="rect">
            <a:avLst/>
          </a:prstGeom>
        </p:spPr>
        <p:txBody>
          <a:bodyPr/>
          <a:lstStyle>
            <a:lvl1pPr marL="342900" indent="-342900" algn="l">
              <a:buFont typeface="Arial" panose="020B0604020202020204" pitchFamily="34" charset="0"/>
              <a:buChar char="•"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MM" dirty="0"/>
              <a:t>Text Here</a:t>
            </a:r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00E05C4-CAC4-98B4-B64D-BAC1FED739C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8" name="Subtitle 2">
            <a:extLst>
              <a:ext uri="{FF2B5EF4-FFF2-40B4-BE49-F238E27FC236}">
                <a16:creationId xmlns:a16="http://schemas.microsoft.com/office/drawing/2014/main" id="{9D8748F4-3719-B82F-26F7-C16E4B51D5BE}"/>
              </a:ext>
            </a:extLst>
          </p:cNvPr>
          <p:cNvSpPr txBox="1">
            <a:spLocks/>
          </p:cNvSpPr>
          <p:nvPr userDrawn="1"/>
        </p:nvSpPr>
        <p:spPr>
          <a:xfrm>
            <a:off x="6096000" y="1598426"/>
            <a:ext cx="4572000" cy="3551798"/>
          </a:xfrm>
          <a:prstGeom prst="rect">
            <a:avLst/>
          </a:prstGeom>
        </p:spPr>
        <p:txBody>
          <a:bodyPr/>
          <a:lstStyle>
            <a:lvl1pPr marL="342900" indent="-342900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  <a:lvl2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2000"/>
            </a:lvl2pPr>
            <a:lvl3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</a:lvl3pPr>
            <a:lvl4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4pPr>
            <a:lvl5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5pPr>
            <a:lvl6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6pPr>
            <a:lvl7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7pPr>
            <a:lvl8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8pPr>
            <a:lvl9pPr indent="0" algn="ctr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None/>
              <a:defRPr sz="1600"/>
            </a:lvl9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A3BB214C-8733-BE30-66D4-0971204FB573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98055792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84952-F847-6575-33ED-32E1D9D4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0070C0"/>
                </a:solidFill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D42B-8CA5-7067-31FB-873777BAF52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960165" cy="3720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08C4-11BB-03D7-FDBC-F4C22D30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163C86FD-D7B3-2D55-028C-6B2FB61E66BA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89048682-DA36-4BF7-D04B-B81EF9644F3E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507413" y="207010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8A5190B7-7995-6623-CB8A-6EAB7CEB65F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07413" y="378460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8" name="Freeform 7">
            <a:extLst>
              <a:ext uri="{FF2B5EF4-FFF2-40B4-BE49-F238E27FC236}">
                <a16:creationId xmlns:a16="http://schemas.microsoft.com/office/drawing/2014/main" id="{2F098F4B-C55D-1C65-25AA-607B518DEACD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1187444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4C84952-F847-6575-33ED-32E1D9D4FFF4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D42B-8CA5-7067-31FB-873777BAF52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960165" cy="3720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08C4-11BB-03D7-FDBC-F4C22D30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7" name="Freeform 9">
            <a:extLst>
              <a:ext uri="{FF2B5EF4-FFF2-40B4-BE49-F238E27FC236}">
                <a16:creationId xmlns:a16="http://schemas.microsoft.com/office/drawing/2014/main" id="{163C86FD-D7B3-2D55-028C-6B2FB61E66BA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5C62DFAD-8948-B786-5398-66D80127393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8106671" y="289843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61BB800E-AA2E-2040-E384-C7F93B2AE0FD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60130062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C5E38201-E3FB-2B95-770D-2008568858A4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3D424-B68B-40D2-B009-762BE4A3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149CD5-5A8B-8B3B-2AB6-DFBA722546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06420" y="4671611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C14761F-581D-BC89-95BF-DC27EF05EAD1}"/>
              </a:ext>
            </a:extLst>
          </p:cNvPr>
          <p:cNvSpPr txBox="1">
            <a:spLocks/>
          </p:cNvSpPr>
          <p:nvPr userDrawn="1"/>
        </p:nvSpPr>
        <p:spPr>
          <a:xfrm>
            <a:off x="9173471" y="63690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MM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540457-0002-5948-91C5-AA90B2F21291}" type="slidenum">
              <a:rPr lang="en-MM" smtClean="0"/>
              <a:pPr/>
              <a:t>‹#›</a:t>
            </a:fld>
            <a:endParaRPr lang="en-MM"/>
          </a:p>
        </p:txBody>
      </p:sp>
      <p:sp>
        <p:nvSpPr>
          <p:cNvPr id="3" name="Picture Placeholder 12">
            <a:extLst>
              <a:ext uri="{FF2B5EF4-FFF2-40B4-BE49-F238E27FC236}">
                <a16:creationId xmlns:a16="http://schemas.microsoft.com/office/drawing/2014/main" id="{EE8A3579-6A14-3BC8-E2E5-8D874EEFE074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5029201" y="2251488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71066E6D-6070-96A8-111E-D6BC64921DE1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758852950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9">
            <a:extLst>
              <a:ext uri="{FF2B5EF4-FFF2-40B4-BE49-F238E27FC236}">
                <a16:creationId xmlns:a16="http://schemas.microsoft.com/office/drawing/2014/main" id="{C5E38201-E3FB-2B95-770D-2008568858A4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3D424-B68B-40D2-B009-762BE4A3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149CD5-5A8B-8B3B-2AB6-DFBA722546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4793529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12" name="Slide Number Placeholder 5">
            <a:extLst>
              <a:ext uri="{FF2B5EF4-FFF2-40B4-BE49-F238E27FC236}">
                <a16:creationId xmlns:a16="http://schemas.microsoft.com/office/drawing/2014/main" id="{6C14761F-581D-BC89-95BF-DC27EF05EAD1}"/>
              </a:ext>
            </a:extLst>
          </p:cNvPr>
          <p:cNvSpPr txBox="1">
            <a:spLocks/>
          </p:cNvSpPr>
          <p:nvPr userDrawn="1"/>
        </p:nvSpPr>
        <p:spPr>
          <a:xfrm>
            <a:off x="9173471" y="6369049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defPPr>
              <a:defRPr lang="en-MM"/>
            </a:defPPr>
            <a:lvl1pPr marL="0" algn="r" defTabSz="914400" rtl="0" eaLnBrk="1" latinLnBrk="0" hangingPunct="1">
              <a:defRPr sz="1200" kern="1200">
                <a:solidFill>
                  <a:schemeClr val="tx1">
                    <a:tint val="75000"/>
                  </a:schemeClr>
                </a:solidFill>
                <a:latin typeface="Helvetica" pitchFamily="2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fld id="{54540457-0002-5948-91C5-AA90B2F21291}" type="slidenum">
              <a:rPr lang="en-MM" smtClean="0"/>
              <a:pPr/>
              <a:t>‹#›</a:t>
            </a:fld>
            <a:endParaRPr lang="en-MM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018DB1-73FA-40C8-6ABF-2682A22D0B1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835" y="4793530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8" name="Picture Placeholder 12">
            <a:extLst>
              <a:ext uri="{FF2B5EF4-FFF2-40B4-BE49-F238E27FC236}">
                <a16:creationId xmlns:a16="http://schemas.microsoft.com/office/drawing/2014/main" id="{C51E82D9-4DA8-FAF4-70F0-72FA2B068037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49117" y="207717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9839EFD3-EFC8-BEF7-DE88-0C6366B6EB3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7818781" y="207717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7137B734-C1C0-C12E-81FF-C36398E6E429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552168716"/>
      </p:ext>
    </p:extLst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DDB289EF-59A3-3788-7C40-E533E65D80DE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57309893"/>
      </p:ext>
    </p:extLst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6DB02474-492B-3C5E-DC7C-9F240ABDF8E6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642041829"/>
      </p:ext>
    </p:extLst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9">
            <a:extLst>
              <a:ext uri="{FF2B5EF4-FFF2-40B4-BE49-F238E27FC236}">
                <a16:creationId xmlns:a16="http://schemas.microsoft.com/office/drawing/2014/main" id="{B3A77EA8-5E05-FEFE-BEAF-367475C382AE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36B9-A37A-CCC4-B9F3-6B0A6ED6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B4AD6595-3ED9-66B0-EF68-23C11230EE3D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51400" y="2766218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1A296E8-9F6E-C089-2DEE-B72E5AB77A0D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744239721"/>
      </p:ext>
    </p:extLst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1_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4">
            <a:extLst>
              <a:ext uri="{FF2B5EF4-FFF2-40B4-BE49-F238E27FC236}">
                <a16:creationId xmlns:a16="http://schemas.microsoft.com/office/drawing/2014/main" id="{7A7DD7D2-D655-C24C-24C9-0BE921EAF131}"/>
              </a:ext>
            </a:extLst>
          </p:cNvPr>
          <p:cNvSpPr/>
          <p:nvPr userDrawn="1"/>
        </p:nvSpPr>
        <p:spPr>
          <a:xfrm>
            <a:off x="5392270" y="3671048"/>
            <a:ext cx="6799729" cy="3179988"/>
          </a:xfrm>
          <a:custGeom>
            <a:avLst/>
            <a:gdLst/>
            <a:ahLst/>
            <a:cxnLst/>
            <a:rect l="l" t="t" r="r" b="b"/>
            <a:pathLst>
              <a:path w="8058531" h="4573607">
                <a:moveTo>
                  <a:pt x="0" y="0"/>
                </a:moveTo>
                <a:lnTo>
                  <a:pt x="8058531" y="0"/>
                </a:lnTo>
                <a:lnTo>
                  <a:pt x="8058531" y="4573607"/>
                </a:lnTo>
                <a:lnTo>
                  <a:pt x="0" y="4573607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72391" b="-58328"/>
            </a:stretch>
          </a:blipFill>
        </p:spPr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A4DC64E-D066-8A02-6163-CB0EE6F2FA1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7456FE7-8E0F-0390-018C-214F4AA1733C}"/>
              </a:ext>
            </a:extLst>
          </p:cNvPr>
          <p:cNvSpPr txBox="1"/>
          <p:nvPr userDrawn="1"/>
        </p:nvSpPr>
        <p:spPr>
          <a:xfrm>
            <a:off x="2787015" y="2728872"/>
            <a:ext cx="6617970" cy="7001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Section break heading</a:t>
            </a:r>
          </a:p>
        </p:txBody>
      </p:sp>
      <p:sp>
        <p:nvSpPr>
          <p:cNvPr id="2" name="Freeform 1">
            <a:extLst>
              <a:ext uri="{FF2B5EF4-FFF2-40B4-BE49-F238E27FC236}">
                <a16:creationId xmlns:a16="http://schemas.microsoft.com/office/drawing/2014/main" id="{BB31CA52-8C11-F856-8F3C-59167930CD5E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84874288"/>
      </p:ext>
    </p:extLst>
  </p:cSld>
  <p:clrMapOvr>
    <a:masterClrMapping/>
  </p:clrMapOvr>
</p:sldLayout>
</file>

<file path=ppt/slideLayouts/slideLayout62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1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EC5A11DE-BD2A-3DC3-BC95-3FE8F40CD23C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22394-C5C6-F7AA-AD42-2D4074B6E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C2E25-80D1-4672-87B4-4DFB6E2EE7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Sub heading</a:t>
            </a:r>
            <a:endParaRPr lang="en-M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2505075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2C2ED-8EB8-C39D-7E10-68E1B1AD1C8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172200" y="168116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Sub heading</a:t>
            </a:r>
            <a:endParaRPr lang="en-MM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B760C-B206-DC8C-4615-4C83D14E50F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2505075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7" name="Freeform 6">
            <a:extLst>
              <a:ext uri="{FF2B5EF4-FFF2-40B4-BE49-F238E27FC236}">
                <a16:creationId xmlns:a16="http://schemas.microsoft.com/office/drawing/2014/main" id="{7C7DDBC4-9213-5E32-AB0B-C12007C7411D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42675111"/>
      </p:ext>
    </p:extLst>
  </p:cSld>
  <p:clrMapOvr>
    <a:masterClrMapping/>
  </p:clrMapOvr>
</p:sldLayout>
</file>

<file path=ppt/slideLayouts/slideLayout6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EC5A11DE-BD2A-3DC3-BC95-3FE8F40CD23C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22394-C5C6-F7AA-AD42-2D4074B6E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954530"/>
            <a:ext cx="5157787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B760C-B206-DC8C-4615-4C83D14E50F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172200" y="1954530"/>
            <a:ext cx="5183188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098057D0-1BCE-DD00-820F-3CFFE330D344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936722680"/>
      </p:ext>
    </p:extLst>
  </p:cSld>
  <p:clrMapOvr>
    <a:masterClrMapping/>
  </p:clrMapOvr>
</p:sldLayout>
</file>

<file path=ppt/slideLayouts/slideLayout6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EC5A11DE-BD2A-3DC3-BC95-3FE8F40CD23C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22394-C5C6-F7AA-AD42-2D4074B6E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954530"/>
            <a:ext cx="10515600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5" name="Freeform 4">
            <a:extLst>
              <a:ext uri="{FF2B5EF4-FFF2-40B4-BE49-F238E27FC236}">
                <a16:creationId xmlns:a16="http://schemas.microsoft.com/office/drawing/2014/main" id="{AA5428DB-BCB8-325F-D95E-322BFB73B2FC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091224559"/>
      </p:ext>
    </p:extLst>
  </p:cSld>
  <p:clrMapOvr>
    <a:masterClrMapping/>
  </p:clrMapOvr>
</p:sldLayout>
</file>

<file path=ppt/slideLayouts/slideLayout6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ustom Layou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51C9CD4-9631-AA29-FE6A-E4883D771F81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8200" y="260574"/>
            <a:ext cx="10515600" cy="883921"/>
          </a:xfrm>
          <a:prstGeom prst="rect">
            <a:avLst/>
          </a:prstGeom>
        </p:spPr>
        <p:txBody>
          <a:bodyPr/>
          <a:lstStyle>
            <a:lvl1pPr algn="ctr">
              <a:defRPr/>
            </a:lvl1pPr>
          </a:lstStyle>
          <a:p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  <a:endParaRPr lang="en-MM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78F17-D953-83DA-3D8C-0289961562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pPr/>
              <a:t>‹#›</a:t>
            </a:fld>
            <a:endParaRPr lang="en-MM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F632AC-CBC6-D734-3BBA-EF7AB08727D5}"/>
              </a:ext>
            </a:extLst>
          </p:cNvPr>
          <p:cNvSpPr/>
          <p:nvPr userDrawn="1"/>
        </p:nvSpPr>
        <p:spPr>
          <a:xfrm>
            <a:off x="838200" y="1047222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9F909B-4FC1-8962-E4E0-5EFB8E3D758A}"/>
              </a:ext>
            </a:extLst>
          </p:cNvPr>
          <p:cNvSpPr/>
          <p:nvPr userDrawn="1"/>
        </p:nvSpPr>
        <p:spPr>
          <a:xfrm>
            <a:off x="3175130" y="1047222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7C586F-B1AC-4277-3F0A-72FE4752769C}"/>
              </a:ext>
            </a:extLst>
          </p:cNvPr>
          <p:cNvSpPr/>
          <p:nvPr userDrawn="1"/>
        </p:nvSpPr>
        <p:spPr>
          <a:xfrm>
            <a:off x="5512060" y="1047222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0261D3-0459-CEB4-ADE0-95C8271E6F55}"/>
              </a:ext>
            </a:extLst>
          </p:cNvPr>
          <p:cNvSpPr/>
          <p:nvPr userDrawn="1"/>
        </p:nvSpPr>
        <p:spPr>
          <a:xfrm>
            <a:off x="10136000" y="1047222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E937B4-1C96-E29F-90A2-0175378FB3D1}"/>
              </a:ext>
            </a:extLst>
          </p:cNvPr>
          <p:cNvSpPr/>
          <p:nvPr userDrawn="1"/>
        </p:nvSpPr>
        <p:spPr>
          <a:xfrm>
            <a:off x="7824030" y="1047222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BA1DD0-403F-990E-D4D6-735B3898DBF9}"/>
              </a:ext>
            </a:extLst>
          </p:cNvPr>
          <p:cNvSpPr/>
          <p:nvPr userDrawn="1"/>
        </p:nvSpPr>
        <p:spPr>
          <a:xfrm>
            <a:off x="838200" y="344529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457FE1-C189-A6E0-E76F-510329BE5BEE}"/>
              </a:ext>
            </a:extLst>
          </p:cNvPr>
          <p:cNvSpPr/>
          <p:nvPr userDrawn="1"/>
        </p:nvSpPr>
        <p:spPr>
          <a:xfrm>
            <a:off x="3175130" y="344529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BA32A7-B0CF-3A23-6D1E-CF3E2C7BD943}"/>
              </a:ext>
            </a:extLst>
          </p:cNvPr>
          <p:cNvSpPr/>
          <p:nvPr userDrawn="1"/>
        </p:nvSpPr>
        <p:spPr>
          <a:xfrm>
            <a:off x="5512060" y="344529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ABF874-FE91-CEA7-2FD2-0C1279F719AE}"/>
              </a:ext>
            </a:extLst>
          </p:cNvPr>
          <p:cNvSpPr/>
          <p:nvPr userDrawn="1"/>
        </p:nvSpPr>
        <p:spPr>
          <a:xfrm>
            <a:off x="10136000" y="344529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7A42E85-1DAF-BC0B-4401-90EEAC386B3B}"/>
              </a:ext>
            </a:extLst>
          </p:cNvPr>
          <p:cNvSpPr/>
          <p:nvPr userDrawn="1"/>
        </p:nvSpPr>
        <p:spPr>
          <a:xfrm>
            <a:off x="7824030" y="344529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 sz="1800">
              <a:latin typeface="Helvetica" pitchFamily="2" charset="0"/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ABAE4C-41C7-BEE2-2B13-ADB82E83DB84}"/>
              </a:ext>
            </a:extLst>
          </p:cNvPr>
          <p:cNvSpPr txBox="1"/>
          <p:nvPr userDrawn="1"/>
        </p:nvSpPr>
        <p:spPr>
          <a:xfrm>
            <a:off x="838200" y="2764539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727BE3-E315-1FA1-D6D7-179B8683D204}"/>
              </a:ext>
            </a:extLst>
          </p:cNvPr>
          <p:cNvSpPr txBox="1"/>
          <p:nvPr userDrawn="1"/>
        </p:nvSpPr>
        <p:spPr>
          <a:xfrm>
            <a:off x="3282315" y="275302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8C4B3F-B412-F3FF-8D86-602F56575A1B}"/>
              </a:ext>
            </a:extLst>
          </p:cNvPr>
          <p:cNvSpPr txBox="1"/>
          <p:nvPr userDrawn="1"/>
        </p:nvSpPr>
        <p:spPr>
          <a:xfrm>
            <a:off x="5726430" y="275302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2D7BB-5E65-CD58-8EAC-25FA560D5607}"/>
              </a:ext>
            </a:extLst>
          </p:cNvPr>
          <p:cNvSpPr txBox="1"/>
          <p:nvPr userDrawn="1"/>
        </p:nvSpPr>
        <p:spPr>
          <a:xfrm>
            <a:off x="8016240" y="275302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537B59-C95D-49D3-6F8B-1A5AEEDCB38C}"/>
              </a:ext>
            </a:extLst>
          </p:cNvPr>
          <p:cNvSpPr txBox="1"/>
          <p:nvPr userDrawn="1"/>
        </p:nvSpPr>
        <p:spPr>
          <a:xfrm>
            <a:off x="10136000" y="2756759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C8440A-D3A0-14CB-0222-66A1678FAA73}"/>
              </a:ext>
            </a:extLst>
          </p:cNvPr>
          <p:cNvSpPr txBox="1"/>
          <p:nvPr userDrawn="1"/>
        </p:nvSpPr>
        <p:spPr>
          <a:xfrm>
            <a:off x="838200" y="5111543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FB4DE6-1C52-C731-F7EE-BE166C75D417}"/>
              </a:ext>
            </a:extLst>
          </p:cNvPr>
          <p:cNvSpPr txBox="1"/>
          <p:nvPr userDrawn="1"/>
        </p:nvSpPr>
        <p:spPr>
          <a:xfrm>
            <a:off x="3282315" y="5100029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66BE5B-914E-DEF5-5DB2-018F8C2E9AED}"/>
              </a:ext>
            </a:extLst>
          </p:cNvPr>
          <p:cNvSpPr txBox="1"/>
          <p:nvPr userDrawn="1"/>
        </p:nvSpPr>
        <p:spPr>
          <a:xfrm>
            <a:off x="5726430" y="5100029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CE4FED-08E8-5252-335F-0E1E0026D5CF}"/>
              </a:ext>
            </a:extLst>
          </p:cNvPr>
          <p:cNvSpPr txBox="1"/>
          <p:nvPr userDrawn="1"/>
        </p:nvSpPr>
        <p:spPr>
          <a:xfrm>
            <a:off x="8016240" y="5100029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1325F0-9C49-620F-78B8-20D350580277}"/>
              </a:ext>
            </a:extLst>
          </p:cNvPr>
          <p:cNvSpPr txBox="1"/>
          <p:nvPr userDrawn="1"/>
        </p:nvSpPr>
        <p:spPr>
          <a:xfrm>
            <a:off x="10136000" y="5103763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MM" sz="1800" dirty="0">
                <a:solidFill>
                  <a:srgbClr val="002060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2" name="Freeform 21">
            <a:extLst>
              <a:ext uri="{FF2B5EF4-FFF2-40B4-BE49-F238E27FC236}">
                <a16:creationId xmlns:a16="http://schemas.microsoft.com/office/drawing/2014/main" id="{3AF1CB80-91A8-64BE-79F4-D79A0CCBCDCF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005543071"/>
      </p:ext>
    </p:extLst>
  </p:cSld>
  <p:clrMapOvr>
    <a:masterClrMapping/>
  </p:clrMapOvr>
</p:sldLayout>
</file>

<file path=ppt/slideLayouts/slideLayout6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104" name="Freeform 3">
            <a:extLst>
              <a:ext uri="{FF2B5EF4-FFF2-40B4-BE49-F238E27FC236}">
                <a16:creationId xmlns:a16="http://schemas.microsoft.com/office/drawing/2014/main" id="{30E0063D-C3E6-4A4B-7612-BC21E1215415}"/>
              </a:ext>
            </a:extLst>
          </p:cNvPr>
          <p:cNvSpPr/>
          <p:nvPr userDrawn="1"/>
        </p:nvSpPr>
        <p:spPr>
          <a:xfrm>
            <a:off x="1525180" y="2609487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5" name="Freeform 4">
            <a:extLst>
              <a:ext uri="{FF2B5EF4-FFF2-40B4-BE49-F238E27FC236}">
                <a16:creationId xmlns:a16="http://schemas.microsoft.com/office/drawing/2014/main" id="{9F36A682-C500-A4A2-F79F-F7191BE6569C}"/>
              </a:ext>
            </a:extLst>
          </p:cNvPr>
          <p:cNvSpPr/>
          <p:nvPr userDrawn="1"/>
        </p:nvSpPr>
        <p:spPr>
          <a:xfrm>
            <a:off x="3141696" y="2638170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6" name="Freeform 5">
            <a:extLst>
              <a:ext uri="{FF2B5EF4-FFF2-40B4-BE49-F238E27FC236}">
                <a16:creationId xmlns:a16="http://schemas.microsoft.com/office/drawing/2014/main" id="{4E724074-436E-630E-A5A0-935896AE934B}"/>
              </a:ext>
            </a:extLst>
          </p:cNvPr>
          <p:cNvSpPr/>
          <p:nvPr userDrawn="1"/>
        </p:nvSpPr>
        <p:spPr>
          <a:xfrm>
            <a:off x="4765571" y="2639589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extLst>
                <a:ext uri="{96DAC541-7B7A-43D3-8B79-37D633B846F1}">
                  <asvg:svgBlip xmlns:asvg="http://schemas.microsoft.com/office/drawing/2016/SVG/main" r:embed="rId7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7" name="Freeform 6">
            <a:extLst>
              <a:ext uri="{FF2B5EF4-FFF2-40B4-BE49-F238E27FC236}">
                <a16:creationId xmlns:a16="http://schemas.microsoft.com/office/drawing/2014/main" id="{3B76B68E-01B0-FC8B-5ABB-1D06F9C31F7C}"/>
              </a:ext>
            </a:extLst>
          </p:cNvPr>
          <p:cNvSpPr/>
          <p:nvPr userDrawn="1"/>
        </p:nvSpPr>
        <p:spPr>
          <a:xfrm>
            <a:off x="6474009" y="2657323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8">
              <a:extLst>
                <a:ext uri="{96DAC541-7B7A-43D3-8B79-37D633B846F1}">
                  <asvg:svgBlip xmlns:asvg="http://schemas.microsoft.com/office/drawing/2016/SVG/main" r:embed="rId9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8" name="Freeform 7">
            <a:extLst>
              <a:ext uri="{FF2B5EF4-FFF2-40B4-BE49-F238E27FC236}">
                <a16:creationId xmlns:a16="http://schemas.microsoft.com/office/drawing/2014/main" id="{ECC21FC1-8747-3629-C439-65AE985400F4}"/>
              </a:ext>
            </a:extLst>
          </p:cNvPr>
          <p:cNvSpPr/>
          <p:nvPr userDrawn="1"/>
        </p:nvSpPr>
        <p:spPr>
          <a:xfrm>
            <a:off x="8113408" y="2657323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10">
              <a:extLst>
                <a:ext uri="{96DAC541-7B7A-43D3-8B79-37D633B846F1}">
                  <asvg:svgBlip xmlns:asvg="http://schemas.microsoft.com/office/drawing/2016/SVG/main" r:embed="rId11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09" name="Freeform 8">
            <a:extLst>
              <a:ext uri="{FF2B5EF4-FFF2-40B4-BE49-F238E27FC236}">
                <a16:creationId xmlns:a16="http://schemas.microsoft.com/office/drawing/2014/main" id="{1223C033-9F99-7EC8-621A-4A68387339A1}"/>
              </a:ext>
            </a:extLst>
          </p:cNvPr>
          <p:cNvSpPr/>
          <p:nvPr userDrawn="1"/>
        </p:nvSpPr>
        <p:spPr>
          <a:xfrm>
            <a:off x="9790067" y="2665513"/>
            <a:ext cx="1649319" cy="1103869"/>
          </a:xfrm>
          <a:custGeom>
            <a:avLst/>
            <a:gdLst/>
            <a:ahLst/>
            <a:cxnLst/>
            <a:rect l="l" t="t" r="r" b="b"/>
            <a:pathLst>
              <a:path w="2705100" h="1525000">
                <a:moveTo>
                  <a:pt x="0" y="0"/>
                </a:moveTo>
                <a:lnTo>
                  <a:pt x="2705100" y="0"/>
                </a:lnTo>
                <a:lnTo>
                  <a:pt x="2705100" y="1525000"/>
                </a:lnTo>
                <a:lnTo>
                  <a:pt x="0" y="1525000"/>
                </a:lnTo>
                <a:lnTo>
                  <a:pt x="0" y="0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10" name="Group 9">
            <a:extLst>
              <a:ext uri="{FF2B5EF4-FFF2-40B4-BE49-F238E27FC236}">
                <a16:creationId xmlns:a16="http://schemas.microsoft.com/office/drawing/2014/main" id="{9AC91223-BE66-E577-4C5F-BD387304B312}"/>
              </a:ext>
            </a:extLst>
          </p:cNvPr>
          <p:cNvGrpSpPr/>
          <p:nvPr userDrawn="1"/>
        </p:nvGrpSpPr>
        <p:grpSpPr>
          <a:xfrm>
            <a:off x="1639957" y="891590"/>
            <a:ext cx="1137974" cy="1103869"/>
            <a:chOff x="0" y="0"/>
            <a:chExt cx="812800" cy="812800"/>
          </a:xfrm>
        </p:grpSpPr>
        <p:sp>
          <p:nvSpPr>
            <p:cNvPr id="111" name="Freeform 10">
              <a:extLst>
                <a:ext uri="{FF2B5EF4-FFF2-40B4-BE49-F238E27FC236}">
                  <a16:creationId xmlns:a16="http://schemas.microsoft.com/office/drawing/2014/main" id="{0E0A5902-3E7A-E64B-6E51-CB4CA16D8B3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1D2858"/>
              </a:solidFill>
              <a:prstDash val="solid"/>
              <a:miter/>
            </a:ln>
          </p:spPr>
        </p:sp>
        <p:sp>
          <p:nvSpPr>
            <p:cNvPr id="112" name="TextBox 11">
              <a:extLst>
                <a:ext uri="{FF2B5EF4-FFF2-40B4-BE49-F238E27FC236}">
                  <a16:creationId xmlns:a16="http://schemas.microsoft.com/office/drawing/2014/main" id="{550DA329-AB0E-1AD7-FF57-C73C5AEBBF8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3" name="Group 12">
            <a:extLst>
              <a:ext uri="{FF2B5EF4-FFF2-40B4-BE49-F238E27FC236}">
                <a16:creationId xmlns:a16="http://schemas.microsoft.com/office/drawing/2014/main" id="{E0BB110B-D47F-8566-31EB-A2747808215D}"/>
              </a:ext>
            </a:extLst>
          </p:cNvPr>
          <p:cNvGrpSpPr/>
          <p:nvPr userDrawn="1"/>
        </p:nvGrpSpPr>
        <p:grpSpPr>
          <a:xfrm>
            <a:off x="3146217" y="4606465"/>
            <a:ext cx="1137974" cy="1103869"/>
            <a:chOff x="0" y="0"/>
            <a:chExt cx="812800" cy="812800"/>
          </a:xfrm>
        </p:grpSpPr>
        <p:sp>
          <p:nvSpPr>
            <p:cNvPr id="114" name="Freeform 13">
              <a:extLst>
                <a:ext uri="{FF2B5EF4-FFF2-40B4-BE49-F238E27FC236}">
                  <a16:creationId xmlns:a16="http://schemas.microsoft.com/office/drawing/2014/main" id="{52E7378F-E028-D438-EC15-0CCAAE9EF66C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457FC1"/>
              </a:solidFill>
              <a:prstDash val="solid"/>
              <a:miter/>
            </a:ln>
          </p:spPr>
        </p:sp>
        <p:sp>
          <p:nvSpPr>
            <p:cNvPr id="115" name="TextBox 14">
              <a:extLst>
                <a:ext uri="{FF2B5EF4-FFF2-40B4-BE49-F238E27FC236}">
                  <a16:creationId xmlns:a16="http://schemas.microsoft.com/office/drawing/2014/main" id="{8C0CD6FB-B4D7-5A4F-8B2E-33EB21F58C96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6" name="Group 15">
            <a:extLst>
              <a:ext uri="{FF2B5EF4-FFF2-40B4-BE49-F238E27FC236}">
                <a16:creationId xmlns:a16="http://schemas.microsoft.com/office/drawing/2014/main" id="{503F4E6E-8FB9-D5C5-D6DA-5D5DB2AF0678}"/>
              </a:ext>
            </a:extLst>
          </p:cNvPr>
          <p:cNvGrpSpPr/>
          <p:nvPr userDrawn="1"/>
        </p:nvGrpSpPr>
        <p:grpSpPr>
          <a:xfrm>
            <a:off x="4751775" y="892486"/>
            <a:ext cx="1137974" cy="1103869"/>
            <a:chOff x="0" y="0"/>
            <a:chExt cx="812800" cy="812800"/>
          </a:xfrm>
        </p:grpSpPr>
        <p:sp>
          <p:nvSpPr>
            <p:cNvPr id="117" name="Freeform 16">
              <a:extLst>
                <a:ext uri="{FF2B5EF4-FFF2-40B4-BE49-F238E27FC236}">
                  <a16:creationId xmlns:a16="http://schemas.microsoft.com/office/drawing/2014/main" id="{B7DA9426-F822-C3A6-73F2-F606F5F893B9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28D7AF"/>
              </a:solidFill>
              <a:prstDash val="solid"/>
              <a:miter/>
            </a:ln>
          </p:spPr>
        </p:sp>
        <p:sp>
          <p:nvSpPr>
            <p:cNvPr id="118" name="TextBox 17">
              <a:extLst>
                <a:ext uri="{FF2B5EF4-FFF2-40B4-BE49-F238E27FC236}">
                  <a16:creationId xmlns:a16="http://schemas.microsoft.com/office/drawing/2014/main" id="{AC5193F4-8709-889D-206B-459D7B58338E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19" name="Group 18">
            <a:extLst>
              <a:ext uri="{FF2B5EF4-FFF2-40B4-BE49-F238E27FC236}">
                <a16:creationId xmlns:a16="http://schemas.microsoft.com/office/drawing/2014/main" id="{F205BF7F-430A-04FC-AFA4-6139A2BC6A73}"/>
              </a:ext>
            </a:extLst>
          </p:cNvPr>
          <p:cNvGrpSpPr/>
          <p:nvPr userDrawn="1"/>
        </p:nvGrpSpPr>
        <p:grpSpPr>
          <a:xfrm>
            <a:off x="6570182" y="4565189"/>
            <a:ext cx="1137974" cy="1103869"/>
            <a:chOff x="0" y="0"/>
            <a:chExt cx="812800" cy="812800"/>
          </a:xfrm>
        </p:grpSpPr>
        <p:sp>
          <p:nvSpPr>
            <p:cNvPr id="120" name="Freeform 19">
              <a:extLst>
                <a:ext uri="{FF2B5EF4-FFF2-40B4-BE49-F238E27FC236}">
                  <a16:creationId xmlns:a16="http://schemas.microsoft.com/office/drawing/2014/main" id="{30A83E78-8D51-7A54-F382-70A8C544D091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026773"/>
              </a:solidFill>
              <a:prstDash val="solid"/>
              <a:miter/>
            </a:ln>
          </p:spPr>
        </p:sp>
        <p:sp>
          <p:nvSpPr>
            <p:cNvPr id="121" name="TextBox 20">
              <a:extLst>
                <a:ext uri="{FF2B5EF4-FFF2-40B4-BE49-F238E27FC236}">
                  <a16:creationId xmlns:a16="http://schemas.microsoft.com/office/drawing/2014/main" id="{B62D97B3-7C0B-5F71-630C-3BD83819D3F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2" name="Group 21">
            <a:extLst>
              <a:ext uri="{FF2B5EF4-FFF2-40B4-BE49-F238E27FC236}">
                <a16:creationId xmlns:a16="http://schemas.microsoft.com/office/drawing/2014/main" id="{D8E0F033-1D09-5BB1-A08B-F1F0BC637BDC}"/>
              </a:ext>
            </a:extLst>
          </p:cNvPr>
          <p:cNvGrpSpPr/>
          <p:nvPr userDrawn="1"/>
        </p:nvGrpSpPr>
        <p:grpSpPr>
          <a:xfrm>
            <a:off x="8166958" y="943334"/>
            <a:ext cx="1137974" cy="1103869"/>
            <a:chOff x="0" y="0"/>
            <a:chExt cx="812800" cy="812800"/>
          </a:xfrm>
        </p:grpSpPr>
        <p:sp>
          <p:nvSpPr>
            <p:cNvPr id="123" name="Freeform 22">
              <a:extLst>
                <a:ext uri="{FF2B5EF4-FFF2-40B4-BE49-F238E27FC236}">
                  <a16:creationId xmlns:a16="http://schemas.microsoft.com/office/drawing/2014/main" id="{CD24E841-BD2F-713E-B9EE-94BC8BE9696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FFB900"/>
              </a:solidFill>
              <a:prstDash val="solid"/>
              <a:miter/>
            </a:ln>
          </p:spPr>
        </p:sp>
        <p:sp>
          <p:nvSpPr>
            <p:cNvPr id="124" name="TextBox 23">
              <a:extLst>
                <a:ext uri="{FF2B5EF4-FFF2-40B4-BE49-F238E27FC236}">
                  <a16:creationId xmlns:a16="http://schemas.microsoft.com/office/drawing/2014/main" id="{145D66C4-3172-DD92-F938-2024F3C1283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grpSp>
        <p:nvGrpSpPr>
          <p:cNvPr id="125" name="Group 24">
            <a:extLst>
              <a:ext uri="{FF2B5EF4-FFF2-40B4-BE49-F238E27FC236}">
                <a16:creationId xmlns:a16="http://schemas.microsoft.com/office/drawing/2014/main" id="{E41C4475-3D81-AB2C-4E3B-D46D53641C97}"/>
              </a:ext>
            </a:extLst>
          </p:cNvPr>
          <p:cNvGrpSpPr/>
          <p:nvPr userDrawn="1"/>
        </p:nvGrpSpPr>
        <p:grpSpPr>
          <a:xfrm>
            <a:off x="9944460" y="4591430"/>
            <a:ext cx="1137974" cy="1103869"/>
            <a:chOff x="0" y="0"/>
            <a:chExt cx="812800" cy="812800"/>
          </a:xfrm>
        </p:grpSpPr>
        <p:sp>
          <p:nvSpPr>
            <p:cNvPr id="126" name="Freeform 25">
              <a:extLst>
                <a:ext uri="{FF2B5EF4-FFF2-40B4-BE49-F238E27FC236}">
                  <a16:creationId xmlns:a16="http://schemas.microsoft.com/office/drawing/2014/main" id="{5BADD320-D427-1C66-4085-AFD1B45577D3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FFFFFF"/>
            </a:solidFill>
            <a:ln w="76200" cap="sq">
              <a:solidFill>
                <a:srgbClr val="DE5833"/>
              </a:solidFill>
              <a:prstDash val="solid"/>
              <a:miter/>
            </a:ln>
          </p:spPr>
        </p:sp>
        <p:sp>
          <p:nvSpPr>
            <p:cNvPr id="127" name="TextBox 26">
              <a:extLst>
                <a:ext uri="{FF2B5EF4-FFF2-40B4-BE49-F238E27FC236}">
                  <a16:creationId xmlns:a16="http://schemas.microsoft.com/office/drawing/2014/main" id="{64A4A660-8331-882D-09E2-2B73E0A3C95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3359"/>
                </a:lnSpc>
              </a:pPr>
              <a:endParaRPr/>
            </a:p>
          </p:txBody>
        </p:sp>
      </p:grpSp>
      <p:sp>
        <p:nvSpPr>
          <p:cNvPr id="128" name="AutoShape 27">
            <a:extLst>
              <a:ext uri="{FF2B5EF4-FFF2-40B4-BE49-F238E27FC236}">
                <a16:creationId xmlns:a16="http://schemas.microsoft.com/office/drawing/2014/main" id="{25673FCC-9B9E-B535-10ED-8BE0B53C5103}"/>
              </a:ext>
            </a:extLst>
          </p:cNvPr>
          <p:cNvSpPr/>
          <p:nvPr userDrawn="1"/>
        </p:nvSpPr>
        <p:spPr>
          <a:xfrm flipV="1">
            <a:off x="2208021" y="2093776"/>
            <a:ext cx="0" cy="344733"/>
          </a:xfrm>
          <a:prstGeom prst="line">
            <a:avLst/>
          </a:prstGeom>
          <a:ln w="38100" cap="flat">
            <a:solidFill>
              <a:srgbClr val="11468C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29" name="AutoShape 28">
            <a:extLst>
              <a:ext uri="{FF2B5EF4-FFF2-40B4-BE49-F238E27FC236}">
                <a16:creationId xmlns:a16="http://schemas.microsoft.com/office/drawing/2014/main" id="{5FFC1E1B-3DB0-976C-EB83-9AB8AE009B05}"/>
              </a:ext>
            </a:extLst>
          </p:cNvPr>
          <p:cNvSpPr/>
          <p:nvPr userDrawn="1"/>
        </p:nvSpPr>
        <p:spPr>
          <a:xfrm flipV="1">
            <a:off x="3657939" y="3965518"/>
            <a:ext cx="0" cy="461759"/>
          </a:xfrm>
          <a:prstGeom prst="line">
            <a:avLst/>
          </a:prstGeom>
          <a:ln w="38100" cap="flat">
            <a:solidFill>
              <a:srgbClr val="457FC1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0" name="AutoShape 29">
            <a:extLst>
              <a:ext uri="{FF2B5EF4-FFF2-40B4-BE49-F238E27FC236}">
                <a16:creationId xmlns:a16="http://schemas.microsoft.com/office/drawing/2014/main" id="{1ADA6A35-0291-0B54-8EDE-D42517A12D67}"/>
              </a:ext>
            </a:extLst>
          </p:cNvPr>
          <p:cNvSpPr/>
          <p:nvPr userDrawn="1"/>
        </p:nvSpPr>
        <p:spPr>
          <a:xfrm flipV="1">
            <a:off x="5285471" y="2106688"/>
            <a:ext cx="0" cy="344733"/>
          </a:xfrm>
          <a:prstGeom prst="line">
            <a:avLst/>
          </a:prstGeom>
          <a:ln w="38100" cap="flat">
            <a:solidFill>
              <a:srgbClr val="2BC5CD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1" name="AutoShape 30">
            <a:extLst>
              <a:ext uri="{FF2B5EF4-FFF2-40B4-BE49-F238E27FC236}">
                <a16:creationId xmlns:a16="http://schemas.microsoft.com/office/drawing/2014/main" id="{A9EBDEBE-90A3-5D4F-5B98-277165E19313}"/>
              </a:ext>
            </a:extLst>
          </p:cNvPr>
          <p:cNvSpPr/>
          <p:nvPr userDrawn="1"/>
        </p:nvSpPr>
        <p:spPr>
          <a:xfrm flipV="1">
            <a:off x="7158739" y="4017455"/>
            <a:ext cx="0" cy="461759"/>
          </a:xfrm>
          <a:prstGeom prst="line">
            <a:avLst/>
          </a:prstGeom>
          <a:ln w="38100" cap="flat">
            <a:solidFill>
              <a:srgbClr val="31BF8A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2" name="AutoShape 31">
            <a:extLst>
              <a:ext uri="{FF2B5EF4-FFF2-40B4-BE49-F238E27FC236}">
                <a16:creationId xmlns:a16="http://schemas.microsoft.com/office/drawing/2014/main" id="{26867B42-E136-1506-51A0-B4E494CDAF97}"/>
              </a:ext>
            </a:extLst>
          </p:cNvPr>
          <p:cNvSpPr/>
          <p:nvPr userDrawn="1"/>
        </p:nvSpPr>
        <p:spPr>
          <a:xfrm flipV="1">
            <a:off x="8614910" y="2124065"/>
            <a:ext cx="0" cy="344733"/>
          </a:xfrm>
          <a:prstGeom prst="line">
            <a:avLst/>
          </a:prstGeom>
          <a:ln w="38100" cap="flat">
            <a:solidFill>
              <a:srgbClr val="77BF60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3" name="AutoShape 32">
            <a:extLst>
              <a:ext uri="{FF2B5EF4-FFF2-40B4-BE49-F238E27FC236}">
                <a16:creationId xmlns:a16="http://schemas.microsoft.com/office/drawing/2014/main" id="{6CF7ABDD-937D-F147-15C0-994535860E99}"/>
              </a:ext>
            </a:extLst>
          </p:cNvPr>
          <p:cNvSpPr/>
          <p:nvPr userDrawn="1"/>
        </p:nvSpPr>
        <p:spPr>
          <a:xfrm flipV="1">
            <a:off x="10513447" y="4011309"/>
            <a:ext cx="0" cy="461759"/>
          </a:xfrm>
          <a:prstGeom prst="line">
            <a:avLst/>
          </a:prstGeom>
          <a:ln w="38100" cap="flat">
            <a:solidFill>
              <a:srgbClr val="519D39"/>
            </a:solidFill>
            <a:prstDash val="solid"/>
            <a:headEnd type="none" w="sm" len="sm"/>
            <a:tailEnd type="none" w="sm" len="sm"/>
          </a:ln>
        </p:spPr>
      </p:sp>
      <p:sp>
        <p:nvSpPr>
          <p:cNvPr id="134" name="TextBox 33">
            <a:extLst>
              <a:ext uri="{FF2B5EF4-FFF2-40B4-BE49-F238E27FC236}">
                <a16:creationId xmlns:a16="http://schemas.microsoft.com/office/drawing/2014/main" id="{EB13100D-4239-41F7-6AD1-47FE01443E09}"/>
              </a:ext>
            </a:extLst>
          </p:cNvPr>
          <p:cNvSpPr txBox="1"/>
          <p:nvPr userDrawn="1"/>
        </p:nvSpPr>
        <p:spPr>
          <a:xfrm>
            <a:off x="1068501" y="4038958"/>
            <a:ext cx="213738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35" name="TextBox 34">
            <a:extLst>
              <a:ext uri="{FF2B5EF4-FFF2-40B4-BE49-F238E27FC236}">
                <a16:creationId xmlns:a16="http://schemas.microsoft.com/office/drawing/2014/main" id="{A6249CC7-B4BA-001E-CBED-10E61E2749BE}"/>
              </a:ext>
            </a:extLst>
          </p:cNvPr>
          <p:cNvSpPr txBox="1"/>
          <p:nvPr userDrawn="1"/>
        </p:nvSpPr>
        <p:spPr>
          <a:xfrm>
            <a:off x="1760407" y="2860596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136" name="TextBox 35">
            <a:extLst>
              <a:ext uri="{FF2B5EF4-FFF2-40B4-BE49-F238E27FC236}">
                <a16:creationId xmlns:a16="http://schemas.microsoft.com/office/drawing/2014/main" id="{0E361EBB-A4EB-0133-2144-80778992C038}"/>
              </a:ext>
            </a:extLst>
          </p:cNvPr>
          <p:cNvSpPr txBox="1"/>
          <p:nvPr userDrawn="1"/>
        </p:nvSpPr>
        <p:spPr>
          <a:xfrm>
            <a:off x="3375590" y="2889279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137" name="TextBox 36">
            <a:extLst>
              <a:ext uri="{FF2B5EF4-FFF2-40B4-BE49-F238E27FC236}">
                <a16:creationId xmlns:a16="http://schemas.microsoft.com/office/drawing/2014/main" id="{A46344EA-B883-D20E-C5BA-4C2BFBB6CC7B}"/>
              </a:ext>
            </a:extLst>
          </p:cNvPr>
          <p:cNvSpPr txBox="1"/>
          <p:nvPr userDrawn="1"/>
        </p:nvSpPr>
        <p:spPr>
          <a:xfrm>
            <a:off x="2207609" y="962135"/>
            <a:ext cx="3031526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38" name="TextBox 37">
            <a:extLst>
              <a:ext uri="{FF2B5EF4-FFF2-40B4-BE49-F238E27FC236}">
                <a16:creationId xmlns:a16="http://schemas.microsoft.com/office/drawing/2014/main" id="{8716BA8F-1A37-996D-F158-4830A4DDB067}"/>
              </a:ext>
            </a:extLst>
          </p:cNvPr>
          <p:cNvSpPr txBox="1"/>
          <p:nvPr userDrawn="1"/>
        </p:nvSpPr>
        <p:spPr>
          <a:xfrm>
            <a:off x="860226" y="4729826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39" name="TextBox 38">
            <a:extLst>
              <a:ext uri="{FF2B5EF4-FFF2-40B4-BE49-F238E27FC236}">
                <a16:creationId xmlns:a16="http://schemas.microsoft.com/office/drawing/2014/main" id="{6B2DC4A5-7CE9-464C-391C-6873D322501E}"/>
              </a:ext>
            </a:extLst>
          </p:cNvPr>
          <p:cNvSpPr txBox="1"/>
          <p:nvPr userDrawn="1"/>
        </p:nvSpPr>
        <p:spPr>
          <a:xfrm>
            <a:off x="2539398" y="1755682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40" name="TextBox 39">
            <a:extLst>
              <a:ext uri="{FF2B5EF4-FFF2-40B4-BE49-F238E27FC236}">
                <a16:creationId xmlns:a16="http://schemas.microsoft.com/office/drawing/2014/main" id="{BB3E8261-7F37-C0C7-11EE-F0468783F6F9}"/>
              </a:ext>
            </a:extLst>
          </p:cNvPr>
          <p:cNvSpPr txBox="1"/>
          <p:nvPr userDrawn="1"/>
        </p:nvSpPr>
        <p:spPr>
          <a:xfrm>
            <a:off x="4208826" y="4017455"/>
            <a:ext cx="213738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41" name="TextBox 40">
            <a:extLst>
              <a:ext uri="{FF2B5EF4-FFF2-40B4-BE49-F238E27FC236}">
                <a16:creationId xmlns:a16="http://schemas.microsoft.com/office/drawing/2014/main" id="{E65ABF2F-6AA4-2756-EC41-F1F7FDAB5EDB}"/>
              </a:ext>
            </a:extLst>
          </p:cNvPr>
          <p:cNvSpPr txBox="1"/>
          <p:nvPr userDrawn="1"/>
        </p:nvSpPr>
        <p:spPr>
          <a:xfrm>
            <a:off x="4087563" y="4731393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42" name="TextBox 41">
            <a:extLst>
              <a:ext uri="{FF2B5EF4-FFF2-40B4-BE49-F238E27FC236}">
                <a16:creationId xmlns:a16="http://schemas.microsoft.com/office/drawing/2014/main" id="{E0FAB7BF-E43D-DF2C-1834-8DCEC54D04E1}"/>
              </a:ext>
            </a:extLst>
          </p:cNvPr>
          <p:cNvSpPr txBox="1"/>
          <p:nvPr userDrawn="1"/>
        </p:nvSpPr>
        <p:spPr>
          <a:xfrm>
            <a:off x="5879825" y="944230"/>
            <a:ext cx="213738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43" name="TextBox 42">
            <a:extLst>
              <a:ext uri="{FF2B5EF4-FFF2-40B4-BE49-F238E27FC236}">
                <a16:creationId xmlns:a16="http://schemas.microsoft.com/office/drawing/2014/main" id="{DC27C40A-FF1C-52C7-ADD1-354B384BA3B3}"/>
              </a:ext>
            </a:extLst>
          </p:cNvPr>
          <p:cNvSpPr txBox="1"/>
          <p:nvPr userDrawn="1"/>
        </p:nvSpPr>
        <p:spPr>
          <a:xfrm>
            <a:off x="5783064" y="1817676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44" name="TextBox 43">
            <a:extLst>
              <a:ext uri="{FF2B5EF4-FFF2-40B4-BE49-F238E27FC236}">
                <a16:creationId xmlns:a16="http://schemas.microsoft.com/office/drawing/2014/main" id="{8F0D1BD3-54D6-61D3-BE2A-1F1505A443E2}"/>
              </a:ext>
            </a:extLst>
          </p:cNvPr>
          <p:cNvSpPr txBox="1"/>
          <p:nvPr userDrawn="1"/>
        </p:nvSpPr>
        <p:spPr>
          <a:xfrm>
            <a:off x="7766063" y="4011309"/>
            <a:ext cx="213738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45" name="TextBox 44">
            <a:extLst>
              <a:ext uri="{FF2B5EF4-FFF2-40B4-BE49-F238E27FC236}">
                <a16:creationId xmlns:a16="http://schemas.microsoft.com/office/drawing/2014/main" id="{A43A8851-85CD-F2BA-1D7C-54C0DA1F030D}"/>
              </a:ext>
            </a:extLst>
          </p:cNvPr>
          <p:cNvSpPr txBox="1"/>
          <p:nvPr userDrawn="1"/>
        </p:nvSpPr>
        <p:spPr>
          <a:xfrm>
            <a:off x="7885221" y="4693912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46" name="TextBox 45">
            <a:extLst>
              <a:ext uri="{FF2B5EF4-FFF2-40B4-BE49-F238E27FC236}">
                <a16:creationId xmlns:a16="http://schemas.microsoft.com/office/drawing/2014/main" id="{B5C431C6-8BFE-C713-D1F1-A50D2B72854C}"/>
              </a:ext>
            </a:extLst>
          </p:cNvPr>
          <p:cNvSpPr txBox="1"/>
          <p:nvPr userDrawn="1"/>
        </p:nvSpPr>
        <p:spPr>
          <a:xfrm>
            <a:off x="9444753" y="944230"/>
            <a:ext cx="2137388" cy="48731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840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147" name="TextBox 46">
            <a:extLst>
              <a:ext uri="{FF2B5EF4-FFF2-40B4-BE49-F238E27FC236}">
                <a16:creationId xmlns:a16="http://schemas.microsoft.com/office/drawing/2014/main" id="{EA685CC0-D629-702B-D4C1-9EFB7553B33B}"/>
              </a:ext>
            </a:extLst>
          </p:cNvPr>
          <p:cNvSpPr txBox="1"/>
          <p:nvPr userDrawn="1"/>
        </p:nvSpPr>
        <p:spPr>
          <a:xfrm>
            <a:off x="9460601" y="1842542"/>
            <a:ext cx="2105692" cy="41197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359"/>
              </a:lnSpc>
            </a:pPr>
            <a:r>
              <a:rPr lang="en-US" sz="2400" dirty="0">
                <a:solidFill>
                  <a:srgbClr val="575757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148" name="TextBox 47">
            <a:extLst>
              <a:ext uri="{FF2B5EF4-FFF2-40B4-BE49-F238E27FC236}">
                <a16:creationId xmlns:a16="http://schemas.microsoft.com/office/drawing/2014/main" id="{D979691D-8E62-3A2B-9B4A-1E255D5352DF}"/>
              </a:ext>
            </a:extLst>
          </p:cNvPr>
          <p:cNvSpPr txBox="1"/>
          <p:nvPr userDrawn="1"/>
        </p:nvSpPr>
        <p:spPr>
          <a:xfrm>
            <a:off x="4900732" y="2935918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150" name="TextBox 49">
            <a:extLst>
              <a:ext uri="{FF2B5EF4-FFF2-40B4-BE49-F238E27FC236}">
                <a16:creationId xmlns:a16="http://schemas.microsoft.com/office/drawing/2014/main" id="{7E7362B7-777F-2AB0-4CEE-F74ECE0EF192}"/>
              </a:ext>
            </a:extLst>
          </p:cNvPr>
          <p:cNvSpPr txBox="1"/>
          <p:nvPr userDrawn="1"/>
        </p:nvSpPr>
        <p:spPr>
          <a:xfrm>
            <a:off x="11122951" y="3481531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151" name="TextBox 50">
            <a:extLst>
              <a:ext uri="{FF2B5EF4-FFF2-40B4-BE49-F238E27FC236}">
                <a16:creationId xmlns:a16="http://schemas.microsoft.com/office/drawing/2014/main" id="{0D42863D-B11D-F894-299A-7BF4CA359B97}"/>
              </a:ext>
            </a:extLst>
          </p:cNvPr>
          <p:cNvSpPr txBox="1"/>
          <p:nvPr userDrawn="1"/>
        </p:nvSpPr>
        <p:spPr>
          <a:xfrm>
            <a:off x="9977613" y="2926139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152" name="TextBox 51">
            <a:extLst>
              <a:ext uri="{FF2B5EF4-FFF2-40B4-BE49-F238E27FC236}">
                <a16:creationId xmlns:a16="http://schemas.microsoft.com/office/drawing/2014/main" id="{3FB47102-DFF3-76E1-ECAF-7C594A4CF610}"/>
              </a:ext>
            </a:extLst>
          </p:cNvPr>
          <p:cNvSpPr txBox="1"/>
          <p:nvPr userDrawn="1"/>
        </p:nvSpPr>
        <p:spPr>
          <a:xfrm>
            <a:off x="1645920" y="190386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rgbClr val="457FC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58" name="TextBox 48">
            <a:extLst>
              <a:ext uri="{FF2B5EF4-FFF2-40B4-BE49-F238E27FC236}">
                <a16:creationId xmlns:a16="http://schemas.microsoft.com/office/drawing/2014/main" id="{95B882D7-3347-DDA5-D4D9-E51EA671DFD2}"/>
              </a:ext>
            </a:extLst>
          </p:cNvPr>
          <p:cNvSpPr txBox="1"/>
          <p:nvPr userDrawn="1"/>
        </p:nvSpPr>
        <p:spPr>
          <a:xfrm>
            <a:off x="6781951" y="2930724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356" name="TextBox 48">
            <a:extLst>
              <a:ext uri="{FF2B5EF4-FFF2-40B4-BE49-F238E27FC236}">
                <a16:creationId xmlns:a16="http://schemas.microsoft.com/office/drawing/2014/main" id="{2449A93D-43A7-FAFD-76CA-53569334E217}"/>
              </a:ext>
            </a:extLst>
          </p:cNvPr>
          <p:cNvSpPr txBox="1"/>
          <p:nvPr userDrawn="1"/>
        </p:nvSpPr>
        <p:spPr>
          <a:xfrm>
            <a:off x="8401810" y="2926139"/>
            <a:ext cx="753577" cy="36388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2879"/>
              </a:lnSpc>
            </a:pPr>
            <a:r>
              <a:rPr lang="en-US" sz="2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FAACC56-95C3-832C-7CDF-4CC3E40E4D3B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1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05488218"/>
      </p:ext>
    </p:extLst>
  </p:cSld>
  <p:clrMapOvr>
    <a:masterClrMapping/>
  </p:clrMapOvr>
</p:sldLayout>
</file>

<file path=ppt/slideLayouts/slideLayout6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A14F36-AE25-25EE-848F-7019268FA048}"/>
              </a:ext>
            </a:extLst>
          </p:cNvPr>
          <p:cNvSpPr/>
          <p:nvPr userDrawn="1"/>
        </p:nvSpPr>
        <p:spPr>
          <a:xfrm>
            <a:off x="5943600" y="0"/>
            <a:ext cx="6248400" cy="6858000"/>
          </a:xfrm>
          <a:prstGeom prst="rect">
            <a:avLst/>
          </a:prstGeom>
          <a:solidFill>
            <a:srgbClr val="0167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D99D1F-E4D2-0E25-F564-937B6BB1F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510953"/>
            <a:ext cx="4863733" cy="580345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818A3CC-A76F-C61D-B12D-6CEA4692AF7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7" y="1311433"/>
            <a:ext cx="4863733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Content Placeholder 5">
            <a:extLst>
              <a:ext uri="{FF2B5EF4-FFF2-40B4-BE49-F238E27FC236}">
                <a16:creationId xmlns:a16="http://schemas.microsoft.com/office/drawing/2014/main" id="{950BBF61-873F-8B98-520F-0F50984C466A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096000" y="1311433"/>
            <a:ext cx="4887686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8" name="Title 1">
            <a:extLst>
              <a:ext uri="{FF2B5EF4-FFF2-40B4-BE49-F238E27FC236}">
                <a16:creationId xmlns:a16="http://schemas.microsoft.com/office/drawing/2014/main" id="{62C80972-6373-2403-BFBA-9B359043B683}"/>
              </a:ext>
            </a:extLst>
          </p:cNvPr>
          <p:cNvSpPr txBox="1">
            <a:spLocks/>
          </p:cNvSpPr>
          <p:nvPr userDrawn="1"/>
        </p:nvSpPr>
        <p:spPr>
          <a:xfrm>
            <a:off x="6119953" y="510952"/>
            <a:ext cx="4863733" cy="580345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>
              <a:lnSpc>
                <a:spcPts val="4700"/>
              </a:lnSpc>
            </a:pPr>
            <a:r>
              <a:rPr lang="en-MM" b="1" dirty="0">
                <a:solidFill>
                  <a:schemeClr val="bg1"/>
                </a:solidFill>
                <a:latin typeface="Helvetica World Bold"/>
              </a:rPr>
              <a:t>Heading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199F98C8-678F-F00C-20EC-41B0E7E3CD4E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372657279"/>
      </p:ext>
    </p:extLst>
  </p:cSld>
  <p:clrMapOvr>
    <a:masterClrMapping/>
  </p:clrMapOvr>
</p:sldLayout>
</file>

<file path=ppt/slideLayouts/slideLayout6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>
            <a:extLst>
              <a:ext uri="{FF2B5EF4-FFF2-40B4-BE49-F238E27FC236}">
                <a16:creationId xmlns:a16="http://schemas.microsoft.com/office/drawing/2014/main" id="{A0A14F36-AE25-25EE-848F-7019268FA048}"/>
              </a:ext>
            </a:extLst>
          </p:cNvPr>
          <p:cNvSpPr/>
          <p:nvPr userDrawn="1"/>
        </p:nvSpPr>
        <p:spPr>
          <a:xfrm>
            <a:off x="5943600" y="0"/>
            <a:ext cx="6248400" cy="6858000"/>
          </a:xfrm>
          <a:prstGeom prst="rect">
            <a:avLst/>
          </a:prstGeom>
          <a:solidFill>
            <a:srgbClr val="016773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4" name="Title 1">
            <a:extLst>
              <a:ext uri="{FF2B5EF4-FFF2-40B4-BE49-F238E27FC236}">
                <a16:creationId xmlns:a16="http://schemas.microsoft.com/office/drawing/2014/main" id="{DAD99D1F-E4D2-0E25-F564-937B6BB1F0D5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1110343"/>
            <a:ext cx="4863733" cy="580345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6" name="Content Placeholder 3">
            <a:extLst>
              <a:ext uri="{FF2B5EF4-FFF2-40B4-BE49-F238E27FC236}">
                <a16:creationId xmlns:a16="http://schemas.microsoft.com/office/drawing/2014/main" id="{5818A3CC-A76F-C61D-B12D-6CEA4692AF7C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9788" y="1954530"/>
            <a:ext cx="4863733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rgbClr val="002060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AutoShape 5">
            <a:extLst>
              <a:ext uri="{FF2B5EF4-FFF2-40B4-BE49-F238E27FC236}">
                <a16:creationId xmlns:a16="http://schemas.microsoft.com/office/drawing/2014/main" id="{1A795CA3-A1D0-BD9E-C628-8AED6D879235}"/>
              </a:ext>
            </a:extLst>
          </p:cNvPr>
          <p:cNvSpPr/>
          <p:nvPr userDrawn="1"/>
        </p:nvSpPr>
        <p:spPr>
          <a:xfrm flipV="1">
            <a:off x="6792833" y="302654"/>
            <a:ext cx="0" cy="6252692"/>
          </a:xfrm>
          <a:prstGeom prst="line">
            <a:avLst/>
          </a:prstGeom>
          <a:ln w="19050" cap="flat">
            <a:solidFill>
              <a:srgbClr val="EFEFEF"/>
            </a:solidFill>
            <a:prstDash val="solid"/>
            <a:headEnd type="none" w="sm" len="sm"/>
            <a:tailEnd type="none" w="sm" len="sm"/>
          </a:ln>
        </p:spPr>
      </p:sp>
      <p:grpSp>
        <p:nvGrpSpPr>
          <p:cNvPr id="10" name="Group 6">
            <a:extLst>
              <a:ext uri="{FF2B5EF4-FFF2-40B4-BE49-F238E27FC236}">
                <a16:creationId xmlns:a16="http://schemas.microsoft.com/office/drawing/2014/main" id="{00BB0621-F663-C40F-B615-3817EEAF8B68}"/>
              </a:ext>
            </a:extLst>
          </p:cNvPr>
          <p:cNvGrpSpPr/>
          <p:nvPr userDrawn="1"/>
        </p:nvGrpSpPr>
        <p:grpSpPr>
          <a:xfrm>
            <a:off x="6014436" y="410447"/>
            <a:ext cx="1479087" cy="1479087"/>
            <a:chOff x="0" y="0"/>
            <a:chExt cx="812800" cy="812800"/>
          </a:xfrm>
        </p:grpSpPr>
        <p:sp>
          <p:nvSpPr>
            <p:cNvPr id="11" name="Freeform 7">
              <a:extLst>
                <a:ext uri="{FF2B5EF4-FFF2-40B4-BE49-F238E27FC236}">
                  <a16:creationId xmlns:a16="http://schemas.microsoft.com/office/drawing/2014/main" id="{E4F9F766-AD10-87B9-C3FE-8628EA470C7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2" name="TextBox 8">
              <a:extLst>
                <a:ext uri="{FF2B5EF4-FFF2-40B4-BE49-F238E27FC236}">
                  <a16:creationId xmlns:a16="http://schemas.microsoft.com/office/drawing/2014/main" id="{182AA015-00EC-5C89-46B5-50593596FFA0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3" name="Group 9">
            <a:extLst>
              <a:ext uri="{FF2B5EF4-FFF2-40B4-BE49-F238E27FC236}">
                <a16:creationId xmlns:a16="http://schemas.microsoft.com/office/drawing/2014/main" id="{8532E3F6-62DE-09AE-E651-E250DBA07BAC}"/>
              </a:ext>
            </a:extLst>
          </p:cNvPr>
          <p:cNvGrpSpPr/>
          <p:nvPr userDrawn="1"/>
        </p:nvGrpSpPr>
        <p:grpSpPr>
          <a:xfrm>
            <a:off x="6014436" y="2804066"/>
            <a:ext cx="1479087" cy="1479087"/>
            <a:chOff x="0" y="0"/>
            <a:chExt cx="812800" cy="812800"/>
          </a:xfrm>
        </p:grpSpPr>
        <p:sp>
          <p:nvSpPr>
            <p:cNvPr id="14" name="Freeform 10">
              <a:extLst>
                <a:ext uri="{FF2B5EF4-FFF2-40B4-BE49-F238E27FC236}">
                  <a16:creationId xmlns:a16="http://schemas.microsoft.com/office/drawing/2014/main" id="{55D6A2DD-9321-FC09-EDE2-EC60BE51C215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5" name="TextBox 11">
              <a:extLst>
                <a:ext uri="{FF2B5EF4-FFF2-40B4-BE49-F238E27FC236}">
                  <a16:creationId xmlns:a16="http://schemas.microsoft.com/office/drawing/2014/main" id="{46306390-56C9-493E-BE4B-91F13753BA61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6" name="Group 12">
            <a:extLst>
              <a:ext uri="{FF2B5EF4-FFF2-40B4-BE49-F238E27FC236}">
                <a16:creationId xmlns:a16="http://schemas.microsoft.com/office/drawing/2014/main" id="{A7E4B5FA-D03C-9773-29F7-A71E65000F98}"/>
              </a:ext>
            </a:extLst>
          </p:cNvPr>
          <p:cNvGrpSpPr/>
          <p:nvPr userDrawn="1"/>
        </p:nvGrpSpPr>
        <p:grpSpPr>
          <a:xfrm>
            <a:off x="6014436" y="5184427"/>
            <a:ext cx="1479087" cy="1479087"/>
            <a:chOff x="0" y="0"/>
            <a:chExt cx="812800" cy="812800"/>
          </a:xfrm>
        </p:grpSpPr>
        <p:sp>
          <p:nvSpPr>
            <p:cNvPr id="17" name="Freeform 13">
              <a:extLst>
                <a:ext uri="{FF2B5EF4-FFF2-40B4-BE49-F238E27FC236}">
                  <a16:creationId xmlns:a16="http://schemas.microsoft.com/office/drawing/2014/main" id="{42FB9146-1158-1281-0824-CDB519DD256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F888D"/>
            </a:solidFill>
          </p:spPr>
        </p:sp>
        <p:sp>
          <p:nvSpPr>
            <p:cNvPr id="18" name="TextBox 14">
              <a:extLst>
                <a:ext uri="{FF2B5EF4-FFF2-40B4-BE49-F238E27FC236}">
                  <a16:creationId xmlns:a16="http://schemas.microsoft.com/office/drawing/2014/main" id="{F924E83E-A398-B663-EBC3-394AC86A20B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19" name="Group 15">
            <a:extLst>
              <a:ext uri="{FF2B5EF4-FFF2-40B4-BE49-F238E27FC236}">
                <a16:creationId xmlns:a16="http://schemas.microsoft.com/office/drawing/2014/main" id="{FE116FC2-757A-D5C9-B8C5-ECC562E0BBD4}"/>
              </a:ext>
            </a:extLst>
          </p:cNvPr>
          <p:cNvGrpSpPr/>
          <p:nvPr userDrawn="1"/>
        </p:nvGrpSpPr>
        <p:grpSpPr>
          <a:xfrm>
            <a:off x="6165228" y="552080"/>
            <a:ext cx="1177504" cy="1177504"/>
            <a:chOff x="0" y="0"/>
            <a:chExt cx="812800" cy="812800"/>
          </a:xfrm>
        </p:grpSpPr>
        <p:sp>
          <p:nvSpPr>
            <p:cNvPr id="20" name="Freeform 16">
              <a:extLst>
                <a:ext uri="{FF2B5EF4-FFF2-40B4-BE49-F238E27FC236}">
                  <a16:creationId xmlns:a16="http://schemas.microsoft.com/office/drawing/2014/main" id="{C13D54DF-5111-3411-244B-C6D2046EEFB7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6C70"/>
            </a:solidFill>
          </p:spPr>
        </p:sp>
        <p:sp>
          <p:nvSpPr>
            <p:cNvPr id="21" name="TextBox 17">
              <a:extLst>
                <a:ext uri="{FF2B5EF4-FFF2-40B4-BE49-F238E27FC236}">
                  <a16:creationId xmlns:a16="http://schemas.microsoft.com/office/drawing/2014/main" id="{97C297A5-9FC6-4C65-95C7-49CC0B44995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2" name="Group 18">
            <a:extLst>
              <a:ext uri="{FF2B5EF4-FFF2-40B4-BE49-F238E27FC236}">
                <a16:creationId xmlns:a16="http://schemas.microsoft.com/office/drawing/2014/main" id="{DD1EBC5D-AC65-D04D-84E8-2EA32401A568}"/>
              </a:ext>
            </a:extLst>
          </p:cNvPr>
          <p:cNvGrpSpPr/>
          <p:nvPr userDrawn="1"/>
        </p:nvGrpSpPr>
        <p:grpSpPr>
          <a:xfrm>
            <a:off x="6165228" y="2954858"/>
            <a:ext cx="1177504" cy="1177504"/>
            <a:chOff x="0" y="0"/>
            <a:chExt cx="812800" cy="812800"/>
          </a:xfrm>
        </p:grpSpPr>
        <p:sp>
          <p:nvSpPr>
            <p:cNvPr id="23" name="Freeform 19">
              <a:extLst>
                <a:ext uri="{FF2B5EF4-FFF2-40B4-BE49-F238E27FC236}">
                  <a16:creationId xmlns:a16="http://schemas.microsoft.com/office/drawing/2014/main" id="{8826D845-FA2D-3E48-5F0E-754015D93688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6C70"/>
            </a:solidFill>
          </p:spPr>
        </p:sp>
        <p:sp>
          <p:nvSpPr>
            <p:cNvPr id="24" name="TextBox 20">
              <a:extLst>
                <a:ext uri="{FF2B5EF4-FFF2-40B4-BE49-F238E27FC236}">
                  <a16:creationId xmlns:a16="http://schemas.microsoft.com/office/drawing/2014/main" id="{67C717D3-5ED7-F700-ADB8-30B31D7C84CA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5" name="Group 21">
            <a:extLst>
              <a:ext uri="{FF2B5EF4-FFF2-40B4-BE49-F238E27FC236}">
                <a16:creationId xmlns:a16="http://schemas.microsoft.com/office/drawing/2014/main" id="{7574D619-FA40-AEB5-80D3-75AFD76820D9}"/>
              </a:ext>
            </a:extLst>
          </p:cNvPr>
          <p:cNvGrpSpPr/>
          <p:nvPr userDrawn="1"/>
        </p:nvGrpSpPr>
        <p:grpSpPr>
          <a:xfrm>
            <a:off x="6165228" y="5335218"/>
            <a:ext cx="1177504" cy="1177504"/>
            <a:chOff x="0" y="0"/>
            <a:chExt cx="812800" cy="812800"/>
          </a:xfrm>
        </p:grpSpPr>
        <p:sp>
          <p:nvSpPr>
            <p:cNvPr id="26" name="Freeform 22">
              <a:extLst>
                <a:ext uri="{FF2B5EF4-FFF2-40B4-BE49-F238E27FC236}">
                  <a16:creationId xmlns:a16="http://schemas.microsoft.com/office/drawing/2014/main" id="{A35379A9-1888-AD13-A3D0-1269841DCFE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146C70"/>
            </a:solidFill>
          </p:spPr>
        </p:sp>
        <p:sp>
          <p:nvSpPr>
            <p:cNvPr id="27" name="TextBox 23">
              <a:extLst>
                <a:ext uri="{FF2B5EF4-FFF2-40B4-BE49-F238E27FC236}">
                  <a16:creationId xmlns:a16="http://schemas.microsoft.com/office/drawing/2014/main" id="{426FA128-7829-E4E6-3F91-1B301587ED75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8" name="TextBox 26">
            <a:extLst>
              <a:ext uri="{FF2B5EF4-FFF2-40B4-BE49-F238E27FC236}">
                <a16:creationId xmlns:a16="http://schemas.microsoft.com/office/drawing/2014/main" id="{2EECF67A-45A8-9D7C-0910-35A24FBD46C0}"/>
              </a:ext>
            </a:extLst>
          </p:cNvPr>
          <p:cNvSpPr txBox="1"/>
          <p:nvPr userDrawn="1"/>
        </p:nvSpPr>
        <p:spPr>
          <a:xfrm>
            <a:off x="6288171" y="854056"/>
            <a:ext cx="931618" cy="53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32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01</a:t>
            </a:r>
          </a:p>
        </p:txBody>
      </p:sp>
      <p:sp>
        <p:nvSpPr>
          <p:cNvPr id="29" name="TextBox 27">
            <a:extLst>
              <a:ext uri="{FF2B5EF4-FFF2-40B4-BE49-F238E27FC236}">
                <a16:creationId xmlns:a16="http://schemas.microsoft.com/office/drawing/2014/main" id="{FDCA3E1E-94D7-8C50-8DF6-5A6843540317}"/>
              </a:ext>
            </a:extLst>
          </p:cNvPr>
          <p:cNvSpPr txBox="1"/>
          <p:nvPr userDrawn="1"/>
        </p:nvSpPr>
        <p:spPr>
          <a:xfrm>
            <a:off x="6288171" y="3256834"/>
            <a:ext cx="931618" cy="53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32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02</a:t>
            </a:r>
          </a:p>
        </p:txBody>
      </p:sp>
      <p:sp>
        <p:nvSpPr>
          <p:cNvPr id="30" name="TextBox 28">
            <a:extLst>
              <a:ext uri="{FF2B5EF4-FFF2-40B4-BE49-F238E27FC236}">
                <a16:creationId xmlns:a16="http://schemas.microsoft.com/office/drawing/2014/main" id="{0C35AE56-C49D-E110-31FE-846C62AF0148}"/>
              </a:ext>
            </a:extLst>
          </p:cNvPr>
          <p:cNvSpPr txBox="1"/>
          <p:nvPr userDrawn="1"/>
        </p:nvSpPr>
        <p:spPr>
          <a:xfrm>
            <a:off x="7922745" y="1041298"/>
            <a:ext cx="6151304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31" name="TextBox 29">
            <a:extLst>
              <a:ext uri="{FF2B5EF4-FFF2-40B4-BE49-F238E27FC236}">
                <a16:creationId xmlns:a16="http://schemas.microsoft.com/office/drawing/2014/main" id="{5D7A58BE-2CF9-BF84-BEED-B613C272AB07}"/>
              </a:ext>
            </a:extLst>
          </p:cNvPr>
          <p:cNvSpPr txBox="1"/>
          <p:nvPr userDrawn="1"/>
        </p:nvSpPr>
        <p:spPr>
          <a:xfrm>
            <a:off x="7922745" y="3228811"/>
            <a:ext cx="6633912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6"/>
              </a:lnSpc>
            </a:pPr>
            <a:r>
              <a:rPr lang="en-US" sz="240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32" name="TextBox 30">
            <a:extLst>
              <a:ext uri="{FF2B5EF4-FFF2-40B4-BE49-F238E27FC236}">
                <a16:creationId xmlns:a16="http://schemas.microsoft.com/office/drawing/2014/main" id="{DA1D3DF7-2DFB-96B9-8A17-A6B20BC149C1}"/>
              </a:ext>
            </a:extLst>
          </p:cNvPr>
          <p:cNvSpPr txBox="1"/>
          <p:nvPr userDrawn="1"/>
        </p:nvSpPr>
        <p:spPr>
          <a:xfrm>
            <a:off x="7922745" y="275757"/>
            <a:ext cx="4636856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Sub-heading</a:t>
            </a:r>
          </a:p>
        </p:txBody>
      </p:sp>
      <p:sp>
        <p:nvSpPr>
          <p:cNvPr id="33" name="TextBox 31">
            <a:extLst>
              <a:ext uri="{FF2B5EF4-FFF2-40B4-BE49-F238E27FC236}">
                <a16:creationId xmlns:a16="http://schemas.microsoft.com/office/drawing/2014/main" id="{284ECAB4-4871-72BF-3F3A-1BB9F489E022}"/>
              </a:ext>
            </a:extLst>
          </p:cNvPr>
          <p:cNvSpPr txBox="1"/>
          <p:nvPr userDrawn="1"/>
        </p:nvSpPr>
        <p:spPr>
          <a:xfrm>
            <a:off x="7922745" y="2463269"/>
            <a:ext cx="3448314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Sub-heading</a:t>
            </a:r>
          </a:p>
        </p:txBody>
      </p:sp>
      <p:sp>
        <p:nvSpPr>
          <p:cNvPr id="34" name="TextBox 32">
            <a:extLst>
              <a:ext uri="{FF2B5EF4-FFF2-40B4-BE49-F238E27FC236}">
                <a16:creationId xmlns:a16="http://schemas.microsoft.com/office/drawing/2014/main" id="{8681664D-74E6-D2BA-321B-4EC62234D24E}"/>
              </a:ext>
            </a:extLst>
          </p:cNvPr>
          <p:cNvSpPr txBox="1"/>
          <p:nvPr userDrawn="1"/>
        </p:nvSpPr>
        <p:spPr>
          <a:xfrm>
            <a:off x="7922745" y="5392785"/>
            <a:ext cx="6151304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</a:t>
            </a:r>
          </a:p>
        </p:txBody>
      </p:sp>
      <p:sp>
        <p:nvSpPr>
          <p:cNvPr id="35" name="TextBox 33">
            <a:extLst>
              <a:ext uri="{FF2B5EF4-FFF2-40B4-BE49-F238E27FC236}">
                <a16:creationId xmlns:a16="http://schemas.microsoft.com/office/drawing/2014/main" id="{591792CE-AF6C-EBAD-0474-006EADBB2C09}"/>
              </a:ext>
            </a:extLst>
          </p:cNvPr>
          <p:cNvSpPr txBox="1"/>
          <p:nvPr userDrawn="1"/>
        </p:nvSpPr>
        <p:spPr>
          <a:xfrm>
            <a:off x="7922745" y="4627244"/>
            <a:ext cx="358902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Sub-heading</a:t>
            </a:r>
          </a:p>
        </p:txBody>
      </p:sp>
      <p:sp>
        <p:nvSpPr>
          <p:cNvPr id="36" name="TextBox 34">
            <a:extLst>
              <a:ext uri="{FF2B5EF4-FFF2-40B4-BE49-F238E27FC236}">
                <a16:creationId xmlns:a16="http://schemas.microsoft.com/office/drawing/2014/main" id="{31ED4E64-6514-3BCD-7244-849530E84583}"/>
              </a:ext>
            </a:extLst>
          </p:cNvPr>
          <p:cNvSpPr txBox="1"/>
          <p:nvPr userDrawn="1"/>
        </p:nvSpPr>
        <p:spPr>
          <a:xfrm>
            <a:off x="6288171" y="5637194"/>
            <a:ext cx="931618" cy="53642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418"/>
              </a:lnSpc>
            </a:pPr>
            <a:r>
              <a:rPr lang="en-US" sz="32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03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EE4D409-1FCD-3FF4-BE2A-554E203CAEB5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462233867"/>
      </p:ext>
    </p:extLst>
  </p:cSld>
  <p:clrMapOvr>
    <a:masterClrMapping/>
  </p:clrMapOvr>
</p:sldLayout>
</file>

<file path=ppt/slideLayouts/slideLayout6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Freeform 3">
            <a:extLst>
              <a:ext uri="{FF2B5EF4-FFF2-40B4-BE49-F238E27FC236}">
                <a16:creationId xmlns:a16="http://schemas.microsoft.com/office/drawing/2014/main" id="{B8ED893B-8666-AF43-9D5B-35D4BCEB970C}"/>
              </a:ext>
            </a:extLst>
          </p:cNvPr>
          <p:cNvSpPr/>
          <p:nvPr userDrawn="1"/>
        </p:nvSpPr>
        <p:spPr>
          <a:xfrm>
            <a:off x="3489220" y="1139681"/>
            <a:ext cx="5213559" cy="4607976"/>
          </a:xfrm>
          <a:custGeom>
            <a:avLst/>
            <a:gdLst/>
            <a:ahLst/>
            <a:cxnLst/>
            <a:rect l="l" t="t" r="r" b="b"/>
            <a:pathLst>
              <a:path w="5213559" h="5213559">
                <a:moveTo>
                  <a:pt x="0" y="0"/>
                </a:moveTo>
                <a:lnTo>
                  <a:pt x="5213559" y="0"/>
                </a:lnTo>
                <a:lnTo>
                  <a:pt x="5213559" y="5213559"/>
                </a:lnTo>
                <a:lnTo>
                  <a:pt x="0" y="521355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4">
            <a:extLst>
              <a:ext uri="{FF2B5EF4-FFF2-40B4-BE49-F238E27FC236}">
                <a16:creationId xmlns:a16="http://schemas.microsoft.com/office/drawing/2014/main" id="{EEA62ED8-4D0A-241D-26C8-42159045204F}"/>
              </a:ext>
            </a:extLst>
          </p:cNvPr>
          <p:cNvGrpSpPr/>
          <p:nvPr userDrawn="1"/>
        </p:nvGrpSpPr>
        <p:grpSpPr>
          <a:xfrm>
            <a:off x="3118779" y="4530905"/>
            <a:ext cx="740882" cy="740882"/>
            <a:chOff x="0" y="0"/>
            <a:chExt cx="987843" cy="987843"/>
          </a:xfrm>
        </p:grpSpPr>
        <p:sp>
          <p:nvSpPr>
            <p:cNvPr id="6" name="Freeform 5">
              <a:extLst>
                <a:ext uri="{FF2B5EF4-FFF2-40B4-BE49-F238E27FC236}">
                  <a16:creationId xmlns:a16="http://schemas.microsoft.com/office/drawing/2014/main" id="{E886AFE5-2A12-74D5-F38D-B571273EF125}"/>
                </a:ext>
              </a:extLst>
            </p:cNvPr>
            <p:cNvSpPr/>
            <p:nvPr/>
          </p:nvSpPr>
          <p:spPr>
            <a:xfrm>
              <a:off x="0" y="0"/>
              <a:ext cx="987843" cy="987843"/>
            </a:xfrm>
            <a:custGeom>
              <a:avLst/>
              <a:gdLst/>
              <a:ahLst/>
              <a:cxnLst/>
              <a:rect l="l" t="t" r="r" b="b"/>
              <a:pathLst>
                <a:path w="987843" h="987843">
                  <a:moveTo>
                    <a:pt x="0" y="0"/>
                  </a:moveTo>
                  <a:lnTo>
                    <a:pt x="987843" y="0"/>
                  </a:lnTo>
                  <a:lnTo>
                    <a:pt x="987843" y="987843"/>
                  </a:lnTo>
                  <a:lnTo>
                    <a:pt x="0" y="987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4">
                <a:extLst>
                  <a:ext uri="{96DAC541-7B7A-43D3-8B79-37D633B846F1}">
                    <asvg:svgBlip xmlns:asvg="http://schemas.microsoft.com/office/drawing/2016/SVG/main" r:embed="rId5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7" name="TextBox 6">
              <a:extLst>
                <a:ext uri="{FF2B5EF4-FFF2-40B4-BE49-F238E27FC236}">
                  <a16:creationId xmlns:a16="http://schemas.microsoft.com/office/drawing/2014/main" id="{8DD7F1F3-2B3E-5356-6EBC-2EC990C11BCB}"/>
                </a:ext>
              </a:extLst>
            </p:cNvPr>
            <p:cNvSpPr txBox="1"/>
            <p:nvPr/>
          </p:nvSpPr>
          <p:spPr>
            <a:xfrm>
              <a:off x="220664" y="209018"/>
              <a:ext cx="546514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03</a:t>
              </a:r>
            </a:p>
          </p:txBody>
        </p:sp>
      </p:grpSp>
      <p:grpSp>
        <p:nvGrpSpPr>
          <p:cNvPr id="8" name="Group 7">
            <a:extLst>
              <a:ext uri="{FF2B5EF4-FFF2-40B4-BE49-F238E27FC236}">
                <a16:creationId xmlns:a16="http://schemas.microsoft.com/office/drawing/2014/main" id="{7C19E8D6-1E63-D914-7650-8EEF681B1255}"/>
              </a:ext>
            </a:extLst>
          </p:cNvPr>
          <p:cNvGrpSpPr/>
          <p:nvPr userDrawn="1"/>
        </p:nvGrpSpPr>
        <p:grpSpPr>
          <a:xfrm>
            <a:off x="8332338" y="4530905"/>
            <a:ext cx="740882" cy="740882"/>
            <a:chOff x="0" y="0"/>
            <a:chExt cx="987843" cy="987843"/>
          </a:xfrm>
        </p:grpSpPr>
        <p:sp>
          <p:nvSpPr>
            <p:cNvPr id="9" name="Freeform 8">
              <a:extLst>
                <a:ext uri="{FF2B5EF4-FFF2-40B4-BE49-F238E27FC236}">
                  <a16:creationId xmlns:a16="http://schemas.microsoft.com/office/drawing/2014/main" id="{05E14EC2-5819-605A-1778-B2D2FCD4267D}"/>
                </a:ext>
              </a:extLst>
            </p:cNvPr>
            <p:cNvSpPr/>
            <p:nvPr/>
          </p:nvSpPr>
          <p:spPr>
            <a:xfrm>
              <a:off x="0" y="0"/>
              <a:ext cx="987843" cy="987843"/>
            </a:xfrm>
            <a:custGeom>
              <a:avLst/>
              <a:gdLst/>
              <a:ahLst/>
              <a:cxnLst/>
              <a:rect l="l" t="t" r="r" b="b"/>
              <a:pathLst>
                <a:path w="987843" h="987843">
                  <a:moveTo>
                    <a:pt x="0" y="0"/>
                  </a:moveTo>
                  <a:lnTo>
                    <a:pt x="987843" y="0"/>
                  </a:lnTo>
                  <a:lnTo>
                    <a:pt x="987843" y="987843"/>
                  </a:lnTo>
                  <a:lnTo>
                    <a:pt x="0" y="987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6">
                <a:extLst>
                  <a:ext uri="{96DAC541-7B7A-43D3-8B79-37D633B846F1}">
                    <asvg:svgBlip xmlns:asvg="http://schemas.microsoft.com/office/drawing/2016/SVG/main" r:embed="rId7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0" name="TextBox 9">
              <a:extLst>
                <a:ext uri="{FF2B5EF4-FFF2-40B4-BE49-F238E27FC236}">
                  <a16:creationId xmlns:a16="http://schemas.microsoft.com/office/drawing/2014/main" id="{E5A7F4D4-AC77-5FFE-962D-BB942FDEBF3B}"/>
                </a:ext>
              </a:extLst>
            </p:cNvPr>
            <p:cNvSpPr txBox="1"/>
            <p:nvPr/>
          </p:nvSpPr>
          <p:spPr>
            <a:xfrm>
              <a:off x="220664" y="209018"/>
              <a:ext cx="546514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04</a:t>
              </a:r>
            </a:p>
          </p:txBody>
        </p:sp>
      </p:grpSp>
      <p:grpSp>
        <p:nvGrpSpPr>
          <p:cNvPr id="11" name="Group 10">
            <a:extLst>
              <a:ext uri="{FF2B5EF4-FFF2-40B4-BE49-F238E27FC236}">
                <a16:creationId xmlns:a16="http://schemas.microsoft.com/office/drawing/2014/main" id="{CCED265B-DF7A-4564-106D-F14AA2E91CAA}"/>
              </a:ext>
            </a:extLst>
          </p:cNvPr>
          <p:cNvGrpSpPr/>
          <p:nvPr userDrawn="1"/>
        </p:nvGrpSpPr>
        <p:grpSpPr>
          <a:xfrm>
            <a:off x="3118779" y="1646783"/>
            <a:ext cx="740882" cy="740882"/>
            <a:chOff x="0" y="0"/>
            <a:chExt cx="987843" cy="987843"/>
          </a:xfrm>
        </p:grpSpPr>
        <p:sp>
          <p:nvSpPr>
            <p:cNvPr id="12" name="Freeform 11">
              <a:extLst>
                <a:ext uri="{FF2B5EF4-FFF2-40B4-BE49-F238E27FC236}">
                  <a16:creationId xmlns:a16="http://schemas.microsoft.com/office/drawing/2014/main" id="{DE49A722-D90B-ED44-EAC2-57415AA18243}"/>
                </a:ext>
              </a:extLst>
            </p:cNvPr>
            <p:cNvSpPr/>
            <p:nvPr/>
          </p:nvSpPr>
          <p:spPr>
            <a:xfrm>
              <a:off x="0" y="0"/>
              <a:ext cx="987843" cy="987843"/>
            </a:xfrm>
            <a:custGeom>
              <a:avLst/>
              <a:gdLst/>
              <a:ahLst/>
              <a:cxnLst/>
              <a:rect l="l" t="t" r="r" b="b"/>
              <a:pathLst>
                <a:path w="987843" h="987843">
                  <a:moveTo>
                    <a:pt x="0" y="0"/>
                  </a:moveTo>
                  <a:lnTo>
                    <a:pt x="987843" y="0"/>
                  </a:lnTo>
                  <a:lnTo>
                    <a:pt x="987843" y="987843"/>
                  </a:lnTo>
                  <a:lnTo>
                    <a:pt x="0" y="987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8"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3" name="TextBox 12">
              <a:extLst>
                <a:ext uri="{FF2B5EF4-FFF2-40B4-BE49-F238E27FC236}">
                  <a16:creationId xmlns:a16="http://schemas.microsoft.com/office/drawing/2014/main" id="{74D2D566-9D46-DA8A-1964-7EFCBDE80903}"/>
                </a:ext>
              </a:extLst>
            </p:cNvPr>
            <p:cNvSpPr txBox="1"/>
            <p:nvPr/>
          </p:nvSpPr>
          <p:spPr>
            <a:xfrm>
              <a:off x="220664" y="209018"/>
              <a:ext cx="546514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01</a:t>
              </a:r>
            </a:p>
          </p:txBody>
        </p:sp>
      </p:grpSp>
      <p:grpSp>
        <p:nvGrpSpPr>
          <p:cNvPr id="14" name="Group 13">
            <a:extLst>
              <a:ext uri="{FF2B5EF4-FFF2-40B4-BE49-F238E27FC236}">
                <a16:creationId xmlns:a16="http://schemas.microsoft.com/office/drawing/2014/main" id="{C308BBE3-A46B-36A7-10BC-8D15FABD0E3C}"/>
              </a:ext>
            </a:extLst>
          </p:cNvPr>
          <p:cNvGrpSpPr/>
          <p:nvPr userDrawn="1"/>
        </p:nvGrpSpPr>
        <p:grpSpPr>
          <a:xfrm>
            <a:off x="8332338" y="1646783"/>
            <a:ext cx="740882" cy="740882"/>
            <a:chOff x="0" y="0"/>
            <a:chExt cx="987843" cy="987843"/>
          </a:xfrm>
        </p:grpSpPr>
        <p:sp>
          <p:nvSpPr>
            <p:cNvPr id="15" name="Freeform 14">
              <a:extLst>
                <a:ext uri="{FF2B5EF4-FFF2-40B4-BE49-F238E27FC236}">
                  <a16:creationId xmlns:a16="http://schemas.microsoft.com/office/drawing/2014/main" id="{D1706693-78CF-EC2B-C026-978570890EB1}"/>
                </a:ext>
              </a:extLst>
            </p:cNvPr>
            <p:cNvSpPr/>
            <p:nvPr/>
          </p:nvSpPr>
          <p:spPr>
            <a:xfrm>
              <a:off x="0" y="0"/>
              <a:ext cx="987843" cy="987843"/>
            </a:xfrm>
            <a:custGeom>
              <a:avLst/>
              <a:gdLst/>
              <a:ahLst/>
              <a:cxnLst/>
              <a:rect l="l" t="t" r="r" b="b"/>
              <a:pathLst>
                <a:path w="987843" h="987843">
                  <a:moveTo>
                    <a:pt x="0" y="0"/>
                  </a:moveTo>
                  <a:lnTo>
                    <a:pt x="987843" y="0"/>
                  </a:lnTo>
                  <a:lnTo>
                    <a:pt x="987843" y="987843"/>
                  </a:lnTo>
                  <a:lnTo>
                    <a:pt x="0" y="987843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10">
                <a:extLst>
                  <a:ext uri="{96DAC541-7B7A-43D3-8B79-37D633B846F1}">
                    <asvg:svgBlip xmlns:asvg="http://schemas.microsoft.com/office/drawing/2016/SVG/main" r:embed="rId11"/>
                  </a:ext>
                </a:extLst>
              </a:blip>
              <a:stretch>
                <a:fillRect/>
              </a:stretch>
            </a:blipFill>
          </p:spPr>
        </p:sp>
        <p:sp>
          <p:nvSpPr>
            <p:cNvPr id="16" name="TextBox 15">
              <a:extLst>
                <a:ext uri="{FF2B5EF4-FFF2-40B4-BE49-F238E27FC236}">
                  <a16:creationId xmlns:a16="http://schemas.microsoft.com/office/drawing/2014/main" id="{D6D952B1-AD15-A3CE-63E3-EB0457A7CDE2}"/>
                </a:ext>
              </a:extLst>
            </p:cNvPr>
            <p:cNvSpPr txBox="1"/>
            <p:nvPr/>
          </p:nvSpPr>
          <p:spPr>
            <a:xfrm>
              <a:off x="220664" y="209018"/>
              <a:ext cx="546514" cy="512657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220"/>
                </a:lnSpc>
              </a:pPr>
              <a:r>
                <a:rPr lang="en-US" sz="2300" b="1">
                  <a:solidFill>
                    <a:srgbClr val="FFFFFF"/>
                  </a:solidFill>
                  <a:latin typeface="Roboto Bold"/>
                  <a:ea typeface="Roboto Bold"/>
                  <a:cs typeface="Roboto Bold"/>
                  <a:sym typeface="Roboto Bold"/>
                </a:rPr>
                <a:t>02</a:t>
              </a:r>
            </a:p>
          </p:txBody>
        </p:sp>
      </p:grpSp>
      <p:sp>
        <p:nvSpPr>
          <p:cNvPr id="17" name="Freeform 16">
            <a:extLst>
              <a:ext uri="{FF2B5EF4-FFF2-40B4-BE49-F238E27FC236}">
                <a16:creationId xmlns:a16="http://schemas.microsoft.com/office/drawing/2014/main" id="{0F711A04-9199-9650-6F5B-7E98ECD11285}"/>
              </a:ext>
            </a:extLst>
          </p:cNvPr>
          <p:cNvSpPr/>
          <p:nvPr userDrawn="1"/>
        </p:nvSpPr>
        <p:spPr>
          <a:xfrm flipV="1">
            <a:off x="9155896" y="3762302"/>
            <a:ext cx="464333" cy="556921"/>
          </a:xfrm>
          <a:custGeom>
            <a:avLst/>
            <a:gdLst/>
            <a:ahLst/>
            <a:cxnLst/>
            <a:rect l="l" t="t" r="r" b="b"/>
            <a:pathLst>
              <a:path w="464333" h="556921">
                <a:moveTo>
                  <a:pt x="0" y="556921"/>
                </a:moveTo>
                <a:lnTo>
                  <a:pt x="464333" y="556921"/>
                </a:lnTo>
                <a:lnTo>
                  <a:pt x="464333" y="0"/>
                </a:lnTo>
                <a:lnTo>
                  <a:pt x="0" y="0"/>
                </a:lnTo>
                <a:lnTo>
                  <a:pt x="0" y="556921"/>
                </a:lnTo>
                <a:close/>
              </a:path>
            </a:pathLst>
          </a:custGeom>
          <a:blipFill>
            <a:blip r:embed="rId12">
              <a:extLst>
                <a:ext uri="{96DAC541-7B7A-43D3-8B79-37D633B846F1}">
                  <asvg:svgBlip xmlns:asvg="http://schemas.microsoft.com/office/drawing/2016/SVG/main" r:embed="rId13"/>
                </a:ext>
              </a:extLst>
            </a:blip>
            <a:stretch>
              <a:fillRect/>
            </a:stretch>
          </a:blipFill>
        </p:spPr>
      </p:sp>
      <p:sp>
        <p:nvSpPr>
          <p:cNvPr id="18" name="Freeform 17">
            <a:extLst>
              <a:ext uri="{FF2B5EF4-FFF2-40B4-BE49-F238E27FC236}">
                <a16:creationId xmlns:a16="http://schemas.microsoft.com/office/drawing/2014/main" id="{FA2B3FDA-96B9-8B24-1BF8-A61E08EFFBA7}"/>
              </a:ext>
            </a:extLst>
          </p:cNvPr>
          <p:cNvSpPr/>
          <p:nvPr userDrawn="1"/>
        </p:nvSpPr>
        <p:spPr>
          <a:xfrm flipH="1" flipV="1">
            <a:off x="2567687" y="3762302"/>
            <a:ext cx="464333" cy="556921"/>
          </a:xfrm>
          <a:custGeom>
            <a:avLst/>
            <a:gdLst/>
            <a:ahLst/>
            <a:cxnLst/>
            <a:rect l="l" t="t" r="r" b="b"/>
            <a:pathLst>
              <a:path w="464333" h="556921">
                <a:moveTo>
                  <a:pt x="464333" y="556921"/>
                </a:moveTo>
                <a:lnTo>
                  <a:pt x="0" y="556921"/>
                </a:lnTo>
                <a:lnTo>
                  <a:pt x="0" y="0"/>
                </a:lnTo>
                <a:lnTo>
                  <a:pt x="464333" y="0"/>
                </a:lnTo>
                <a:lnTo>
                  <a:pt x="464333" y="556921"/>
                </a:lnTo>
                <a:close/>
              </a:path>
            </a:pathLst>
          </a:custGeom>
          <a:blipFill>
            <a:blip r:embed="rId14">
              <a:extLst>
                <a:ext uri="{96DAC541-7B7A-43D3-8B79-37D633B846F1}">
                  <asvg:svgBlip xmlns:asvg="http://schemas.microsoft.com/office/drawing/2016/SVG/main" r:embed="rId15"/>
                </a:ext>
              </a:extLst>
            </a:blip>
            <a:stretch>
              <a:fillRect/>
            </a:stretch>
          </a:blipFill>
        </p:spPr>
      </p:sp>
      <p:sp>
        <p:nvSpPr>
          <p:cNvPr id="19" name="Freeform 18">
            <a:extLst>
              <a:ext uri="{FF2B5EF4-FFF2-40B4-BE49-F238E27FC236}">
                <a16:creationId xmlns:a16="http://schemas.microsoft.com/office/drawing/2014/main" id="{3A8BEDCB-B64C-7453-6012-CA983FBA32D9}"/>
              </a:ext>
            </a:extLst>
          </p:cNvPr>
          <p:cNvSpPr/>
          <p:nvPr userDrawn="1"/>
        </p:nvSpPr>
        <p:spPr>
          <a:xfrm>
            <a:off x="9155896" y="2484401"/>
            <a:ext cx="464333" cy="556921"/>
          </a:xfrm>
          <a:custGeom>
            <a:avLst/>
            <a:gdLst/>
            <a:ahLst/>
            <a:cxnLst/>
            <a:rect l="l" t="t" r="r" b="b"/>
            <a:pathLst>
              <a:path w="464333" h="556921">
                <a:moveTo>
                  <a:pt x="0" y="0"/>
                </a:moveTo>
                <a:lnTo>
                  <a:pt x="464333" y="0"/>
                </a:lnTo>
                <a:lnTo>
                  <a:pt x="464333" y="556921"/>
                </a:lnTo>
                <a:lnTo>
                  <a:pt x="0" y="556921"/>
                </a:lnTo>
                <a:lnTo>
                  <a:pt x="0" y="0"/>
                </a:lnTo>
                <a:close/>
              </a:path>
            </a:pathLst>
          </a:custGeom>
          <a:blipFill>
            <a:blip r:embed="rId16">
              <a:extLst>
                <a:ext uri="{96DAC541-7B7A-43D3-8B79-37D633B846F1}">
                  <asvg:svgBlip xmlns:asvg="http://schemas.microsoft.com/office/drawing/2016/SVG/main" r:embed="rId17"/>
                </a:ext>
              </a:extLst>
            </a:blip>
            <a:stretch>
              <a:fillRect/>
            </a:stretch>
          </a:blipFill>
        </p:spPr>
      </p:sp>
      <p:sp>
        <p:nvSpPr>
          <p:cNvPr id="20" name="Freeform 19">
            <a:extLst>
              <a:ext uri="{FF2B5EF4-FFF2-40B4-BE49-F238E27FC236}">
                <a16:creationId xmlns:a16="http://schemas.microsoft.com/office/drawing/2014/main" id="{171A78DC-4B40-1D98-C9DC-259EAB0FB005}"/>
              </a:ext>
            </a:extLst>
          </p:cNvPr>
          <p:cNvSpPr/>
          <p:nvPr userDrawn="1"/>
        </p:nvSpPr>
        <p:spPr>
          <a:xfrm flipH="1">
            <a:off x="2567687" y="2484401"/>
            <a:ext cx="464333" cy="556921"/>
          </a:xfrm>
          <a:custGeom>
            <a:avLst/>
            <a:gdLst/>
            <a:ahLst/>
            <a:cxnLst/>
            <a:rect l="l" t="t" r="r" b="b"/>
            <a:pathLst>
              <a:path w="464333" h="556921">
                <a:moveTo>
                  <a:pt x="464333" y="0"/>
                </a:moveTo>
                <a:lnTo>
                  <a:pt x="0" y="0"/>
                </a:lnTo>
                <a:lnTo>
                  <a:pt x="0" y="556921"/>
                </a:lnTo>
                <a:lnTo>
                  <a:pt x="464333" y="556921"/>
                </a:lnTo>
                <a:lnTo>
                  <a:pt x="464333" y="0"/>
                </a:lnTo>
                <a:close/>
              </a:path>
            </a:pathLst>
          </a:custGeom>
          <a:blipFill>
            <a:blip r:embed="rId18">
              <a:extLst>
                <a:ext uri="{96DAC541-7B7A-43D3-8B79-37D633B846F1}">
                  <asvg:svgBlip xmlns:asvg="http://schemas.microsoft.com/office/drawing/2016/SVG/main" r:embed="rId19"/>
                </a:ext>
              </a:extLst>
            </a:blip>
            <a:stretch>
              <a:fillRect/>
            </a:stretch>
          </a:blipFill>
        </p:spPr>
      </p:sp>
      <p:sp>
        <p:nvSpPr>
          <p:cNvPr id="21" name="TextBox 20">
            <a:extLst>
              <a:ext uri="{FF2B5EF4-FFF2-40B4-BE49-F238E27FC236}">
                <a16:creationId xmlns:a16="http://schemas.microsoft.com/office/drawing/2014/main" id="{DB17AAEF-6182-3947-E808-D878B74E4E78}"/>
              </a:ext>
            </a:extLst>
          </p:cNvPr>
          <p:cNvSpPr txBox="1"/>
          <p:nvPr userDrawn="1"/>
        </p:nvSpPr>
        <p:spPr>
          <a:xfrm>
            <a:off x="275329" y="1179635"/>
            <a:ext cx="1842248" cy="46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2800" b="1" dirty="0">
                <a:solidFill>
                  <a:srgbClr val="002060"/>
                </a:solidFill>
                <a:latin typeface="Helvetica" pitchFamily="2" charset="0"/>
                <a:ea typeface="Roboto Bold"/>
                <a:cs typeface="Roboto Bold"/>
                <a:sym typeface="Roboto Bold"/>
              </a:rPr>
              <a:t>Text Here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72B139D8-1631-5253-91DA-D20D3EC122FA}"/>
              </a:ext>
            </a:extLst>
          </p:cNvPr>
          <p:cNvSpPr txBox="1"/>
          <p:nvPr userDrawn="1"/>
        </p:nvSpPr>
        <p:spPr>
          <a:xfrm>
            <a:off x="10073345" y="1139681"/>
            <a:ext cx="1843326" cy="46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800" b="1" dirty="0">
                <a:solidFill>
                  <a:srgbClr val="002060"/>
                </a:solidFill>
                <a:latin typeface="Helvetica" pitchFamily="2" charset="0"/>
                <a:ea typeface="Roboto Bold"/>
                <a:cs typeface="Roboto Bold"/>
                <a:sym typeface="Roboto Bold"/>
              </a:rPr>
              <a:t>Text Here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6CB8DD27-DAE8-D3FF-F4B7-469D5D173769}"/>
              </a:ext>
            </a:extLst>
          </p:cNvPr>
          <p:cNvSpPr txBox="1"/>
          <p:nvPr userDrawn="1"/>
        </p:nvSpPr>
        <p:spPr>
          <a:xfrm>
            <a:off x="275328" y="2188039"/>
            <a:ext cx="1842248" cy="46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400" dirty="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Text.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F66B663B-2F2C-5A35-DCF5-100A0DEE3126}"/>
              </a:ext>
            </a:extLst>
          </p:cNvPr>
          <p:cNvSpPr txBox="1"/>
          <p:nvPr userDrawn="1"/>
        </p:nvSpPr>
        <p:spPr>
          <a:xfrm>
            <a:off x="10073345" y="2188039"/>
            <a:ext cx="1843326" cy="46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400" dirty="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Text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8CFF3B14-B1D2-4741-31E5-B691B83A360E}"/>
              </a:ext>
            </a:extLst>
          </p:cNvPr>
          <p:cNvSpPr txBox="1"/>
          <p:nvPr userDrawn="1"/>
        </p:nvSpPr>
        <p:spPr>
          <a:xfrm>
            <a:off x="275328" y="4061667"/>
            <a:ext cx="1843326" cy="46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839"/>
              </a:lnSpc>
            </a:pPr>
            <a:r>
              <a:rPr lang="en-US" sz="2800" b="1" dirty="0">
                <a:solidFill>
                  <a:srgbClr val="002060"/>
                </a:solidFill>
                <a:latin typeface="Helvetica" pitchFamily="2" charset="0"/>
                <a:ea typeface="Roboto Bold"/>
                <a:cs typeface="Roboto Bold"/>
                <a:sym typeface="Roboto Bold"/>
              </a:rPr>
              <a:t>Text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E403B661-C3C9-E58E-4B3D-BD4E00C22440}"/>
              </a:ext>
            </a:extLst>
          </p:cNvPr>
          <p:cNvSpPr txBox="1"/>
          <p:nvPr userDrawn="1"/>
        </p:nvSpPr>
        <p:spPr>
          <a:xfrm>
            <a:off x="275328" y="5079940"/>
            <a:ext cx="1843326" cy="46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40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Text.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8225D67C-DC94-6596-0205-E543C2D8F821}"/>
              </a:ext>
            </a:extLst>
          </p:cNvPr>
          <p:cNvSpPr txBox="1"/>
          <p:nvPr userDrawn="1"/>
        </p:nvSpPr>
        <p:spPr>
          <a:xfrm>
            <a:off x="10073345" y="4061667"/>
            <a:ext cx="1843326" cy="464614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839"/>
              </a:lnSpc>
            </a:pPr>
            <a:r>
              <a:rPr lang="en-US" sz="2800" b="1" dirty="0">
                <a:solidFill>
                  <a:srgbClr val="002060"/>
                </a:solidFill>
                <a:latin typeface="Helvetica" pitchFamily="2" charset="0"/>
                <a:ea typeface="Roboto Bold"/>
                <a:cs typeface="Roboto Bold"/>
                <a:sym typeface="Roboto Bold"/>
              </a:rPr>
              <a:t>Text Here</a:t>
            </a:r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id="{26D32DD2-57D2-5305-4B5A-CD979D08D0AA}"/>
              </a:ext>
            </a:extLst>
          </p:cNvPr>
          <p:cNvSpPr txBox="1"/>
          <p:nvPr userDrawn="1"/>
        </p:nvSpPr>
        <p:spPr>
          <a:xfrm>
            <a:off x="10073345" y="5079940"/>
            <a:ext cx="1843326" cy="46487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just">
              <a:lnSpc>
                <a:spcPts val="3919"/>
              </a:lnSpc>
            </a:pPr>
            <a:r>
              <a:rPr lang="en-US" sz="2400" dirty="0">
                <a:solidFill>
                  <a:srgbClr val="002060"/>
                </a:solidFill>
                <a:latin typeface="Roboto"/>
                <a:ea typeface="Roboto"/>
                <a:cs typeface="Roboto"/>
                <a:sym typeface="Roboto"/>
              </a:rPr>
              <a:t>Text</a:t>
            </a:r>
          </a:p>
        </p:txBody>
      </p:sp>
      <p:sp>
        <p:nvSpPr>
          <p:cNvPr id="29" name="TextBox 28">
            <a:extLst>
              <a:ext uri="{FF2B5EF4-FFF2-40B4-BE49-F238E27FC236}">
                <a16:creationId xmlns:a16="http://schemas.microsoft.com/office/drawing/2014/main" id="{49A2AEE0-952A-8785-3C48-D56F60422A7B}"/>
              </a:ext>
            </a:extLst>
          </p:cNvPr>
          <p:cNvSpPr txBox="1"/>
          <p:nvPr userDrawn="1"/>
        </p:nvSpPr>
        <p:spPr>
          <a:xfrm>
            <a:off x="2396804" y="281639"/>
            <a:ext cx="8148267" cy="62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Way Forward / Roadmap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504A85B7-0FC0-4129-E1E9-B99410E76E78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20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968489061"/>
      </p:ext>
    </p:extLst>
  </p:cSld>
  <p:clrMapOvr>
    <a:masterClrMapping/>
  </p:clrMapOvr>
</p:sldLayout>
</file>

<file path=ppt/slideLayouts/slideLayout7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87613" y="6367523"/>
            <a:ext cx="2743200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</a:lstStyle>
          <a:p>
            <a:fld id="{54540457-0002-5948-91C5-AA90B2F21291}" type="slidenum">
              <a:rPr lang="en-MM" smtClean="0"/>
              <a:pPr/>
              <a:t>‹#›</a:t>
            </a:fld>
            <a:endParaRPr lang="en-MM"/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A2310808-4C7F-6276-DA36-D64FAE189954}"/>
              </a:ext>
            </a:extLst>
          </p:cNvPr>
          <p:cNvSpPr/>
          <p:nvPr userDrawn="1"/>
        </p:nvSpPr>
        <p:spPr>
          <a:xfrm>
            <a:off x="2404532" y="1097006"/>
            <a:ext cx="4782135" cy="4102273"/>
          </a:xfrm>
          <a:custGeom>
            <a:avLst/>
            <a:gdLst/>
            <a:ahLst/>
            <a:cxnLst/>
            <a:rect l="l" t="t" r="r" b="b"/>
            <a:pathLst>
              <a:path w="7333682" h="7333682">
                <a:moveTo>
                  <a:pt x="0" y="0"/>
                </a:moveTo>
                <a:lnTo>
                  <a:pt x="7333682" y="0"/>
                </a:lnTo>
                <a:lnTo>
                  <a:pt x="7333682" y="7333682"/>
                </a:lnTo>
                <a:lnTo>
                  <a:pt x="0" y="7333682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grpSp>
        <p:nvGrpSpPr>
          <p:cNvPr id="4" name="Group 3">
            <a:extLst>
              <a:ext uri="{FF2B5EF4-FFF2-40B4-BE49-F238E27FC236}">
                <a16:creationId xmlns:a16="http://schemas.microsoft.com/office/drawing/2014/main" id="{DEDD0522-EAA6-EBCF-28B5-A7FAD7B3846E}"/>
              </a:ext>
            </a:extLst>
          </p:cNvPr>
          <p:cNvGrpSpPr/>
          <p:nvPr userDrawn="1"/>
        </p:nvGrpSpPr>
        <p:grpSpPr>
          <a:xfrm>
            <a:off x="2912533" y="1658722"/>
            <a:ext cx="3614782" cy="3070896"/>
            <a:chOff x="0" y="0"/>
            <a:chExt cx="812800" cy="812800"/>
          </a:xfrm>
        </p:grpSpPr>
        <p:sp>
          <p:nvSpPr>
            <p:cNvPr id="7" name="Freeform 4">
              <a:extLst>
                <a:ext uri="{FF2B5EF4-FFF2-40B4-BE49-F238E27FC236}">
                  <a16:creationId xmlns:a16="http://schemas.microsoft.com/office/drawing/2014/main" id="{B81D37BB-7549-51E4-C0E9-F7A0723D7C0D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EFEFEF"/>
            </a:solidFill>
            <a:ln w="361950" cap="sq">
              <a:solidFill>
                <a:srgbClr val="026773"/>
              </a:solidFill>
              <a:prstDash val="solid"/>
              <a:miter/>
            </a:ln>
          </p:spPr>
        </p:sp>
        <p:sp>
          <p:nvSpPr>
            <p:cNvPr id="8" name="TextBox 5">
              <a:extLst>
                <a:ext uri="{FF2B5EF4-FFF2-40B4-BE49-F238E27FC236}">
                  <a16:creationId xmlns:a16="http://schemas.microsoft.com/office/drawing/2014/main" id="{EF17B473-C656-1B6A-08A6-7587086EF96D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9" name="Group 6">
            <a:extLst>
              <a:ext uri="{FF2B5EF4-FFF2-40B4-BE49-F238E27FC236}">
                <a16:creationId xmlns:a16="http://schemas.microsoft.com/office/drawing/2014/main" id="{B72B2908-4CD4-AA93-6D21-BFEAD2943FCC}"/>
              </a:ext>
            </a:extLst>
          </p:cNvPr>
          <p:cNvGrpSpPr/>
          <p:nvPr userDrawn="1"/>
        </p:nvGrpSpPr>
        <p:grpSpPr>
          <a:xfrm>
            <a:off x="4202164" y="374655"/>
            <a:ext cx="930764" cy="693678"/>
            <a:chOff x="0" y="0"/>
            <a:chExt cx="812800" cy="812800"/>
          </a:xfrm>
        </p:grpSpPr>
        <p:sp>
          <p:nvSpPr>
            <p:cNvPr id="10" name="Freeform 7">
              <a:extLst>
                <a:ext uri="{FF2B5EF4-FFF2-40B4-BE49-F238E27FC236}">
                  <a16:creationId xmlns:a16="http://schemas.microsoft.com/office/drawing/2014/main" id="{4543872F-310D-1B28-2C01-B7B169DA1A50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6773"/>
            </a:solidFill>
          </p:spPr>
        </p:sp>
        <p:sp>
          <p:nvSpPr>
            <p:cNvPr id="11" name="TextBox 8">
              <a:extLst>
                <a:ext uri="{FF2B5EF4-FFF2-40B4-BE49-F238E27FC236}">
                  <a16:creationId xmlns:a16="http://schemas.microsoft.com/office/drawing/2014/main" id="{AE2A5D27-1E14-1F77-7749-276C75BCAE44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21" name="TextBox 18">
            <a:extLst>
              <a:ext uri="{FF2B5EF4-FFF2-40B4-BE49-F238E27FC236}">
                <a16:creationId xmlns:a16="http://schemas.microsoft.com/office/drawing/2014/main" id="{35BD3ACA-9C41-5B2F-669F-EA51F13E18D1}"/>
              </a:ext>
            </a:extLst>
          </p:cNvPr>
          <p:cNvSpPr txBox="1"/>
          <p:nvPr userDrawn="1"/>
        </p:nvSpPr>
        <p:spPr>
          <a:xfrm>
            <a:off x="3271156" y="2890272"/>
            <a:ext cx="2897536" cy="60779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22" name="TextBox 19">
            <a:extLst>
              <a:ext uri="{FF2B5EF4-FFF2-40B4-BE49-F238E27FC236}">
                <a16:creationId xmlns:a16="http://schemas.microsoft.com/office/drawing/2014/main" id="{206D89C4-EA80-00F3-3186-CACCB8F2BA16}"/>
              </a:ext>
            </a:extLst>
          </p:cNvPr>
          <p:cNvSpPr txBox="1"/>
          <p:nvPr userDrawn="1"/>
        </p:nvSpPr>
        <p:spPr>
          <a:xfrm>
            <a:off x="7552162" y="634558"/>
            <a:ext cx="6530239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3" name="TextBox 20">
            <a:extLst>
              <a:ext uri="{FF2B5EF4-FFF2-40B4-BE49-F238E27FC236}">
                <a16:creationId xmlns:a16="http://schemas.microsoft.com/office/drawing/2014/main" id="{7034D1B8-21FE-7CCB-094E-03940800E8F7}"/>
              </a:ext>
            </a:extLst>
          </p:cNvPr>
          <p:cNvSpPr txBox="1"/>
          <p:nvPr userDrawn="1"/>
        </p:nvSpPr>
        <p:spPr>
          <a:xfrm>
            <a:off x="7565936" y="2033165"/>
            <a:ext cx="6151304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4" name="TextBox 21">
            <a:extLst>
              <a:ext uri="{FF2B5EF4-FFF2-40B4-BE49-F238E27FC236}">
                <a16:creationId xmlns:a16="http://schemas.microsoft.com/office/drawing/2014/main" id="{79D8F8BB-4595-2022-946A-C783665ED728}"/>
              </a:ext>
            </a:extLst>
          </p:cNvPr>
          <p:cNvSpPr txBox="1"/>
          <p:nvPr userDrawn="1"/>
        </p:nvSpPr>
        <p:spPr>
          <a:xfrm>
            <a:off x="7548173" y="102237"/>
            <a:ext cx="338117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5" name="TextBox 22">
            <a:extLst>
              <a:ext uri="{FF2B5EF4-FFF2-40B4-BE49-F238E27FC236}">
                <a16:creationId xmlns:a16="http://schemas.microsoft.com/office/drawing/2014/main" id="{216836A8-9F7E-76F8-037A-DC931D731DD5}"/>
              </a:ext>
            </a:extLst>
          </p:cNvPr>
          <p:cNvSpPr txBox="1"/>
          <p:nvPr userDrawn="1"/>
        </p:nvSpPr>
        <p:spPr>
          <a:xfrm>
            <a:off x="7561947" y="1466310"/>
            <a:ext cx="4468866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6" name="TextBox 23">
            <a:extLst>
              <a:ext uri="{FF2B5EF4-FFF2-40B4-BE49-F238E27FC236}">
                <a16:creationId xmlns:a16="http://schemas.microsoft.com/office/drawing/2014/main" id="{589B29C0-7069-BE3D-BD9C-E2280300C341}"/>
              </a:ext>
            </a:extLst>
          </p:cNvPr>
          <p:cNvSpPr txBox="1"/>
          <p:nvPr userDrawn="1"/>
        </p:nvSpPr>
        <p:spPr>
          <a:xfrm>
            <a:off x="7552162" y="4729617"/>
            <a:ext cx="6151304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7" name="TextBox 24">
            <a:extLst>
              <a:ext uri="{FF2B5EF4-FFF2-40B4-BE49-F238E27FC236}">
                <a16:creationId xmlns:a16="http://schemas.microsoft.com/office/drawing/2014/main" id="{524B4E82-B617-E4EC-DDCE-5AB2F327C3EA}"/>
              </a:ext>
            </a:extLst>
          </p:cNvPr>
          <p:cNvSpPr txBox="1"/>
          <p:nvPr userDrawn="1"/>
        </p:nvSpPr>
        <p:spPr>
          <a:xfrm>
            <a:off x="7548173" y="4177548"/>
            <a:ext cx="4596613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28" name="TextBox 25">
            <a:extLst>
              <a:ext uri="{FF2B5EF4-FFF2-40B4-BE49-F238E27FC236}">
                <a16:creationId xmlns:a16="http://schemas.microsoft.com/office/drawing/2014/main" id="{201D1F9A-6CC5-BE3C-F3F6-D45B7C234F17}"/>
              </a:ext>
            </a:extLst>
          </p:cNvPr>
          <p:cNvSpPr txBox="1"/>
          <p:nvPr userDrawn="1"/>
        </p:nvSpPr>
        <p:spPr>
          <a:xfrm>
            <a:off x="7552162" y="6146607"/>
            <a:ext cx="6530239" cy="44183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29" name="TextBox 26">
            <a:extLst>
              <a:ext uri="{FF2B5EF4-FFF2-40B4-BE49-F238E27FC236}">
                <a16:creationId xmlns:a16="http://schemas.microsoft.com/office/drawing/2014/main" id="{CF79A57B-C3EB-1A56-DC7D-0BC7926C072E}"/>
              </a:ext>
            </a:extLst>
          </p:cNvPr>
          <p:cNvSpPr txBox="1"/>
          <p:nvPr userDrawn="1"/>
        </p:nvSpPr>
        <p:spPr>
          <a:xfrm>
            <a:off x="7548173" y="5535140"/>
            <a:ext cx="3971108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30" name="Freeform 7">
            <a:extLst>
              <a:ext uri="{FF2B5EF4-FFF2-40B4-BE49-F238E27FC236}">
                <a16:creationId xmlns:a16="http://schemas.microsoft.com/office/drawing/2014/main" id="{326290FB-9096-6725-F3BE-7808DFF5D857}"/>
              </a:ext>
            </a:extLst>
          </p:cNvPr>
          <p:cNvSpPr/>
          <p:nvPr userDrawn="1"/>
        </p:nvSpPr>
        <p:spPr>
          <a:xfrm>
            <a:off x="7186667" y="3008885"/>
            <a:ext cx="930764" cy="69367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26773"/>
          </a:solidFill>
        </p:spPr>
      </p:sp>
      <p:sp>
        <p:nvSpPr>
          <p:cNvPr id="31" name="Freeform 7">
            <a:extLst>
              <a:ext uri="{FF2B5EF4-FFF2-40B4-BE49-F238E27FC236}">
                <a16:creationId xmlns:a16="http://schemas.microsoft.com/office/drawing/2014/main" id="{200A59F1-2D59-9C66-6077-EB4A31620C1A}"/>
              </a:ext>
            </a:extLst>
          </p:cNvPr>
          <p:cNvSpPr/>
          <p:nvPr userDrawn="1"/>
        </p:nvSpPr>
        <p:spPr>
          <a:xfrm>
            <a:off x="1346944" y="3008885"/>
            <a:ext cx="930764" cy="693678"/>
          </a:xfrm>
          <a:custGeom>
            <a:avLst/>
            <a:gdLst/>
            <a:ahLst/>
            <a:cxnLst/>
            <a:rect l="l" t="t" r="r" b="b"/>
            <a:pathLst>
              <a:path w="812800" h="812800">
                <a:moveTo>
                  <a:pt x="406400" y="0"/>
                </a:moveTo>
                <a:cubicBezTo>
                  <a:pt x="181951" y="0"/>
                  <a:pt x="0" y="181951"/>
                  <a:pt x="0" y="406400"/>
                </a:cubicBezTo>
                <a:cubicBezTo>
                  <a:pt x="0" y="630849"/>
                  <a:pt x="181951" y="812800"/>
                  <a:pt x="406400" y="812800"/>
                </a:cubicBezTo>
                <a:cubicBezTo>
                  <a:pt x="630849" y="812800"/>
                  <a:pt x="812800" y="630849"/>
                  <a:pt x="812800" y="406400"/>
                </a:cubicBezTo>
                <a:cubicBezTo>
                  <a:pt x="812800" y="181951"/>
                  <a:pt x="630849" y="0"/>
                  <a:pt x="406400" y="0"/>
                </a:cubicBezTo>
                <a:close/>
              </a:path>
            </a:pathLst>
          </a:custGeom>
          <a:solidFill>
            <a:srgbClr val="026773"/>
          </a:solidFill>
        </p:spPr>
      </p:sp>
      <p:grpSp>
        <p:nvGrpSpPr>
          <p:cNvPr id="32" name="Group 6">
            <a:extLst>
              <a:ext uri="{FF2B5EF4-FFF2-40B4-BE49-F238E27FC236}">
                <a16:creationId xmlns:a16="http://schemas.microsoft.com/office/drawing/2014/main" id="{F20263E2-A7AE-F7B3-7673-F2D17738A66F}"/>
              </a:ext>
            </a:extLst>
          </p:cNvPr>
          <p:cNvGrpSpPr/>
          <p:nvPr userDrawn="1"/>
        </p:nvGrpSpPr>
        <p:grpSpPr>
          <a:xfrm>
            <a:off x="4330217" y="5227952"/>
            <a:ext cx="930764" cy="693678"/>
            <a:chOff x="0" y="0"/>
            <a:chExt cx="812800" cy="812800"/>
          </a:xfrm>
        </p:grpSpPr>
        <p:sp>
          <p:nvSpPr>
            <p:cNvPr id="33" name="Freeform 7">
              <a:extLst>
                <a:ext uri="{FF2B5EF4-FFF2-40B4-BE49-F238E27FC236}">
                  <a16:creationId xmlns:a16="http://schemas.microsoft.com/office/drawing/2014/main" id="{C0E83044-A3A3-563E-84B4-FC689102081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26773"/>
            </a:solidFill>
          </p:spPr>
        </p:sp>
        <p:sp>
          <p:nvSpPr>
            <p:cNvPr id="34" name="TextBox 8">
              <a:extLst>
                <a:ext uri="{FF2B5EF4-FFF2-40B4-BE49-F238E27FC236}">
                  <a16:creationId xmlns:a16="http://schemas.microsoft.com/office/drawing/2014/main" id="{CB5CE28B-F1C4-E207-BDBC-A74D9CB642A8}"/>
                </a:ext>
              </a:extLst>
            </p:cNvPr>
            <p:cNvSpPr txBox="1"/>
            <p:nvPr/>
          </p:nvSpPr>
          <p:spPr>
            <a:xfrm>
              <a:off x="76200" y="38100"/>
              <a:ext cx="660400" cy="698500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6" name="Freeform 5">
            <a:extLst>
              <a:ext uri="{FF2B5EF4-FFF2-40B4-BE49-F238E27FC236}">
                <a16:creationId xmlns:a16="http://schemas.microsoft.com/office/drawing/2014/main" id="{01F5E7E1-7173-C256-7E18-F2C6C77D1567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747158536"/>
      </p:ext>
    </p:extLst>
  </p:cSld>
  <p:clrMapOvr>
    <a:masterClrMapping/>
  </p:clrMapOvr>
</p:sldLayout>
</file>

<file path=ppt/slideLayouts/slideLayout7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Freeform 9">
            <a:extLst>
              <a:ext uri="{FF2B5EF4-FFF2-40B4-BE49-F238E27FC236}">
                <a16:creationId xmlns:a16="http://schemas.microsoft.com/office/drawing/2014/main" id="{EC5A11DE-BD2A-3DC3-BC95-3FE8F40CD23C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0F22394-C5C6-F7AA-AD42-2D4074B6EDE9}"/>
              </a:ext>
            </a:extLst>
          </p:cNvPr>
          <p:cNvSpPr>
            <a:spLocks noGrp="1"/>
          </p:cNvSpPr>
          <p:nvPr>
            <p:ph type="title" hasCustomPrompt="1"/>
          </p:nvPr>
        </p:nvSpPr>
        <p:spPr>
          <a:xfrm>
            <a:off x="839788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 defTabSz="914400" rtl="0" eaLnBrk="1" latinLnBrk="0" hangingPunct="1">
              <a:lnSpc>
                <a:spcPts val="4700"/>
              </a:lnSpc>
              <a:spcBef>
                <a:spcPct val="0"/>
              </a:spcBef>
              <a:buNone/>
            </a:pPr>
            <a:r>
              <a:rPr lang="en-MM" sz="4400" b="1" kern="1200" dirty="0">
                <a:solidFill>
                  <a:srgbClr val="457FC1"/>
                </a:solidFill>
                <a:latin typeface="Helvetica World Bold"/>
              </a:rPr>
              <a:t>Heading</a:t>
            </a:r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grpSp>
        <p:nvGrpSpPr>
          <p:cNvPr id="23" name="Group 2">
            <a:extLst>
              <a:ext uri="{FF2B5EF4-FFF2-40B4-BE49-F238E27FC236}">
                <a16:creationId xmlns:a16="http://schemas.microsoft.com/office/drawing/2014/main" id="{193A4290-66A2-D620-9796-CE9AF7955285}"/>
              </a:ext>
            </a:extLst>
          </p:cNvPr>
          <p:cNvGrpSpPr/>
          <p:nvPr userDrawn="1"/>
        </p:nvGrpSpPr>
        <p:grpSpPr>
          <a:xfrm>
            <a:off x="275329" y="2183912"/>
            <a:ext cx="3605246" cy="406099"/>
            <a:chOff x="0" y="0"/>
            <a:chExt cx="1341783" cy="160393"/>
          </a:xfrm>
        </p:grpSpPr>
        <p:sp>
          <p:nvSpPr>
            <p:cNvPr id="24" name="Freeform 3">
              <a:extLst>
                <a:ext uri="{FF2B5EF4-FFF2-40B4-BE49-F238E27FC236}">
                  <a16:creationId xmlns:a16="http://schemas.microsoft.com/office/drawing/2014/main" id="{436FF880-30CF-BBA6-7B03-160F9CD38CC9}"/>
                </a:ext>
              </a:extLst>
            </p:cNvPr>
            <p:cNvSpPr/>
            <p:nvPr/>
          </p:nvSpPr>
          <p:spPr>
            <a:xfrm>
              <a:off x="0" y="0"/>
              <a:ext cx="1341783" cy="160393"/>
            </a:xfrm>
            <a:custGeom>
              <a:avLst/>
              <a:gdLst/>
              <a:ahLst/>
              <a:cxnLst/>
              <a:rect l="l" t="t" r="r" b="b"/>
              <a:pathLst>
                <a:path w="1341783" h="160393">
                  <a:moveTo>
                    <a:pt x="0" y="0"/>
                  </a:moveTo>
                  <a:lnTo>
                    <a:pt x="1341783" y="0"/>
                  </a:lnTo>
                  <a:lnTo>
                    <a:pt x="1341783" y="160393"/>
                  </a:lnTo>
                  <a:lnTo>
                    <a:pt x="0" y="160393"/>
                  </a:lnTo>
                  <a:close/>
                </a:path>
              </a:pathLst>
            </a:custGeom>
            <a:solidFill>
              <a:srgbClr val="099CCC"/>
            </a:solidFill>
          </p:spPr>
        </p:sp>
        <p:sp>
          <p:nvSpPr>
            <p:cNvPr id="25" name="TextBox 4">
              <a:extLst>
                <a:ext uri="{FF2B5EF4-FFF2-40B4-BE49-F238E27FC236}">
                  <a16:creationId xmlns:a16="http://schemas.microsoft.com/office/drawing/2014/main" id="{86C82CF7-4895-1CEF-19BE-7B639656AF3E}"/>
                </a:ext>
              </a:extLst>
            </p:cNvPr>
            <p:cNvSpPr txBox="1"/>
            <p:nvPr/>
          </p:nvSpPr>
          <p:spPr>
            <a:xfrm>
              <a:off x="0" y="-38100"/>
              <a:ext cx="1341783" cy="198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6" name="Group 5">
            <a:extLst>
              <a:ext uri="{FF2B5EF4-FFF2-40B4-BE49-F238E27FC236}">
                <a16:creationId xmlns:a16="http://schemas.microsoft.com/office/drawing/2014/main" id="{7C97FB6F-D16A-6954-6F6C-B16BC04666E4}"/>
              </a:ext>
            </a:extLst>
          </p:cNvPr>
          <p:cNvGrpSpPr/>
          <p:nvPr userDrawn="1"/>
        </p:nvGrpSpPr>
        <p:grpSpPr>
          <a:xfrm>
            <a:off x="3859854" y="2183912"/>
            <a:ext cx="3671469" cy="406099"/>
            <a:chOff x="0" y="0"/>
            <a:chExt cx="1366429" cy="160393"/>
          </a:xfrm>
        </p:grpSpPr>
        <p:sp>
          <p:nvSpPr>
            <p:cNvPr id="27" name="Freeform 6">
              <a:extLst>
                <a:ext uri="{FF2B5EF4-FFF2-40B4-BE49-F238E27FC236}">
                  <a16:creationId xmlns:a16="http://schemas.microsoft.com/office/drawing/2014/main" id="{760BC96B-C77C-FAD4-FAB4-639383A755DE}"/>
                </a:ext>
              </a:extLst>
            </p:cNvPr>
            <p:cNvSpPr/>
            <p:nvPr/>
          </p:nvSpPr>
          <p:spPr>
            <a:xfrm>
              <a:off x="0" y="0"/>
              <a:ext cx="1366429" cy="160393"/>
            </a:xfrm>
            <a:custGeom>
              <a:avLst/>
              <a:gdLst/>
              <a:ahLst/>
              <a:cxnLst/>
              <a:rect l="l" t="t" r="r" b="b"/>
              <a:pathLst>
                <a:path w="1366429" h="160393">
                  <a:moveTo>
                    <a:pt x="0" y="0"/>
                  </a:moveTo>
                  <a:lnTo>
                    <a:pt x="1366429" y="0"/>
                  </a:lnTo>
                  <a:lnTo>
                    <a:pt x="1366429" y="160393"/>
                  </a:lnTo>
                  <a:lnTo>
                    <a:pt x="0" y="160393"/>
                  </a:lnTo>
                  <a:close/>
                </a:path>
              </a:pathLst>
            </a:custGeom>
            <a:solidFill>
              <a:srgbClr val="28B7AF"/>
            </a:solidFill>
          </p:spPr>
        </p:sp>
        <p:sp>
          <p:nvSpPr>
            <p:cNvPr id="28" name="TextBox 7">
              <a:extLst>
                <a:ext uri="{FF2B5EF4-FFF2-40B4-BE49-F238E27FC236}">
                  <a16:creationId xmlns:a16="http://schemas.microsoft.com/office/drawing/2014/main" id="{0DBCC17D-7705-36A7-548B-2DCC74CDBB2B}"/>
                </a:ext>
              </a:extLst>
            </p:cNvPr>
            <p:cNvSpPr txBox="1"/>
            <p:nvPr/>
          </p:nvSpPr>
          <p:spPr>
            <a:xfrm>
              <a:off x="0" y="-38100"/>
              <a:ext cx="1366429" cy="198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grpSp>
        <p:nvGrpSpPr>
          <p:cNvPr id="29" name="Group 8">
            <a:extLst>
              <a:ext uri="{FF2B5EF4-FFF2-40B4-BE49-F238E27FC236}">
                <a16:creationId xmlns:a16="http://schemas.microsoft.com/office/drawing/2014/main" id="{58EDF26C-B625-5E44-FC8F-4D5E61782BB2}"/>
              </a:ext>
            </a:extLst>
          </p:cNvPr>
          <p:cNvGrpSpPr/>
          <p:nvPr userDrawn="1"/>
        </p:nvGrpSpPr>
        <p:grpSpPr>
          <a:xfrm>
            <a:off x="7471769" y="2183912"/>
            <a:ext cx="3455274" cy="406099"/>
            <a:chOff x="0" y="0"/>
            <a:chExt cx="1285967" cy="160393"/>
          </a:xfrm>
        </p:grpSpPr>
        <p:sp>
          <p:nvSpPr>
            <p:cNvPr id="30" name="Freeform 9">
              <a:extLst>
                <a:ext uri="{FF2B5EF4-FFF2-40B4-BE49-F238E27FC236}">
                  <a16:creationId xmlns:a16="http://schemas.microsoft.com/office/drawing/2014/main" id="{FB74E0CC-0800-771D-05A3-E21B9E8CECA1}"/>
                </a:ext>
              </a:extLst>
            </p:cNvPr>
            <p:cNvSpPr/>
            <p:nvPr/>
          </p:nvSpPr>
          <p:spPr>
            <a:xfrm>
              <a:off x="0" y="0"/>
              <a:ext cx="1285967" cy="160393"/>
            </a:xfrm>
            <a:custGeom>
              <a:avLst/>
              <a:gdLst/>
              <a:ahLst/>
              <a:cxnLst/>
              <a:rect l="l" t="t" r="r" b="b"/>
              <a:pathLst>
                <a:path w="1285967" h="160393">
                  <a:moveTo>
                    <a:pt x="0" y="0"/>
                  </a:moveTo>
                  <a:lnTo>
                    <a:pt x="1285967" y="0"/>
                  </a:lnTo>
                  <a:lnTo>
                    <a:pt x="1285967" y="160393"/>
                  </a:lnTo>
                  <a:lnTo>
                    <a:pt x="0" y="160393"/>
                  </a:lnTo>
                  <a:close/>
                </a:path>
              </a:pathLst>
            </a:custGeom>
            <a:solidFill>
              <a:srgbClr val="026773"/>
            </a:solidFill>
          </p:spPr>
        </p:sp>
        <p:sp>
          <p:nvSpPr>
            <p:cNvPr id="31" name="TextBox 10">
              <a:extLst>
                <a:ext uri="{FF2B5EF4-FFF2-40B4-BE49-F238E27FC236}">
                  <a16:creationId xmlns:a16="http://schemas.microsoft.com/office/drawing/2014/main" id="{723E3C44-AB46-9E6D-31AE-499F91518155}"/>
                </a:ext>
              </a:extLst>
            </p:cNvPr>
            <p:cNvSpPr txBox="1"/>
            <p:nvPr/>
          </p:nvSpPr>
          <p:spPr>
            <a:xfrm>
              <a:off x="0" y="-38100"/>
              <a:ext cx="1285967" cy="198493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32" name="AutoShape 11">
            <a:extLst>
              <a:ext uri="{FF2B5EF4-FFF2-40B4-BE49-F238E27FC236}">
                <a16:creationId xmlns:a16="http://schemas.microsoft.com/office/drawing/2014/main" id="{B0E78A8A-4E5A-CC7B-C111-C8678E5DD4F7}"/>
              </a:ext>
            </a:extLst>
          </p:cNvPr>
          <p:cNvSpPr/>
          <p:nvPr userDrawn="1"/>
        </p:nvSpPr>
        <p:spPr>
          <a:xfrm flipV="1">
            <a:off x="284853" y="3459497"/>
            <a:ext cx="0" cy="406099"/>
          </a:xfrm>
          <a:prstGeom prst="line">
            <a:avLst/>
          </a:prstGeom>
          <a:ln w="19050" cap="flat">
            <a:solidFill>
              <a:srgbClr val="28B7AF"/>
            </a:solidFill>
            <a:prstDash val="solid"/>
            <a:headEnd type="arrow" w="med" len="sm"/>
            <a:tailEnd type="none" w="sm" len="sm"/>
          </a:ln>
        </p:spPr>
      </p:sp>
      <p:sp>
        <p:nvSpPr>
          <p:cNvPr id="33" name="AutoShape 12">
            <a:extLst>
              <a:ext uri="{FF2B5EF4-FFF2-40B4-BE49-F238E27FC236}">
                <a16:creationId xmlns:a16="http://schemas.microsoft.com/office/drawing/2014/main" id="{5E346796-3441-B0CB-766D-F6A0EBB63F7C}"/>
              </a:ext>
            </a:extLst>
          </p:cNvPr>
          <p:cNvSpPr/>
          <p:nvPr userDrawn="1"/>
        </p:nvSpPr>
        <p:spPr>
          <a:xfrm flipV="1">
            <a:off x="3962202" y="3459497"/>
            <a:ext cx="0" cy="406099"/>
          </a:xfrm>
          <a:prstGeom prst="line">
            <a:avLst/>
          </a:prstGeom>
          <a:ln w="19050" cap="flat">
            <a:solidFill>
              <a:srgbClr val="28B7AF"/>
            </a:solidFill>
            <a:prstDash val="solid"/>
            <a:headEnd type="arrow" w="med" len="sm"/>
            <a:tailEnd type="none" w="sm" len="sm"/>
          </a:ln>
        </p:spPr>
      </p:sp>
      <p:sp>
        <p:nvSpPr>
          <p:cNvPr id="34" name="AutoShape 13">
            <a:extLst>
              <a:ext uri="{FF2B5EF4-FFF2-40B4-BE49-F238E27FC236}">
                <a16:creationId xmlns:a16="http://schemas.microsoft.com/office/drawing/2014/main" id="{D224F1D5-46B4-AA6A-3A44-6EEE1B35CF0C}"/>
              </a:ext>
            </a:extLst>
          </p:cNvPr>
          <p:cNvSpPr/>
          <p:nvPr userDrawn="1"/>
        </p:nvSpPr>
        <p:spPr>
          <a:xfrm flipV="1">
            <a:off x="7499115" y="3459497"/>
            <a:ext cx="0" cy="406099"/>
          </a:xfrm>
          <a:prstGeom prst="line">
            <a:avLst/>
          </a:prstGeom>
          <a:ln w="19050" cap="flat">
            <a:solidFill>
              <a:srgbClr val="28B7AF"/>
            </a:solidFill>
            <a:prstDash val="solid"/>
            <a:headEnd type="arrow" w="med" len="sm"/>
            <a:tailEnd type="none" w="sm" len="sm"/>
          </a:ln>
        </p:spPr>
      </p:sp>
      <p:sp>
        <p:nvSpPr>
          <p:cNvPr id="35" name="TextBox 15">
            <a:extLst>
              <a:ext uri="{FF2B5EF4-FFF2-40B4-BE49-F238E27FC236}">
                <a16:creationId xmlns:a16="http://schemas.microsoft.com/office/drawing/2014/main" id="{E71DD1A4-A6D2-88AC-454D-E42220B152EC}"/>
              </a:ext>
            </a:extLst>
          </p:cNvPr>
          <p:cNvSpPr txBox="1"/>
          <p:nvPr userDrawn="1"/>
        </p:nvSpPr>
        <p:spPr>
          <a:xfrm>
            <a:off x="122922" y="5502324"/>
            <a:ext cx="3741710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48"/>
              </a:lnSpc>
            </a:pPr>
            <a:r>
              <a:rPr lang="en-US" sz="2400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36" name="TextBox 16">
            <a:extLst>
              <a:ext uri="{FF2B5EF4-FFF2-40B4-BE49-F238E27FC236}">
                <a16:creationId xmlns:a16="http://schemas.microsoft.com/office/drawing/2014/main" id="{74AB1114-87AA-8BF4-9C2B-3FDE2CD6B7BA}"/>
              </a:ext>
            </a:extLst>
          </p:cNvPr>
          <p:cNvSpPr txBox="1"/>
          <p:nvPr userDrawn="1"/>
        </p:nvSpPr>
        <p:spPr>
          <a:xfrm>
            <a:off x="3724042" y="5502324"/>
            <a:ext cx="3741710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48"/>
              </a:lnSpc>
            </a:pPr>
            <a:r>
              <a:rPr lang="en-US" sz="240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37" name="TextBox 17">
            <a:extLst>
              <a:ext uri="{FF2B5EF4-FFF2-40B4-BE49-F238E27FC236}">
                <a16:creationId xmlns:a16="http://schemas.microsoft.com/office/drawing/2014/main" id="{68A3A530-D278-C7DD-2644-BCCEACA6399A}"/>
              </a:ext>
            </a:extLst>
          </p:cNvPr>
          <p:cNvSpPr txBox="1"/>
          <p:nvPr userDrawn="1"/>
        </p:nvSpPr>
        <p:spPr>
          <a:xfrm>
            <a:off x="7278807" y="5502324"/>
            <a:ext cx="3741710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048"/>
              </a:lnSpc>
            </a:pPr>
            <a:r>
              <a:rPr lang="en-US" sz="240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Text Here</a:t>
            </a:r>
          </a:p>
        </p:txBody>
      </p:sp>
      <p:sp>
        <p:nvSpPr>
          <p:cNvPr id="38" name="TextBox 18">
            <a:extLst>
              <a:ext uri="{FF2B5EF4-FFF2-40B4-BE49-F238E27FC236}">
                <a16:creationId xmlns:a16="http://schemas.microsoft.com/office/drawing/2014/main" id="{1737820C-8016-0C71-9AEC-C864EDBE7D16}"/>
              </a:ext>
            </a:extLst>
          </p:cNvPr>
          <p:cNvSpPr txBox="1"/>
          <p:nvPr userDrawn="1"/>
        </p:nvSpPr>
        <p:spPr>
          <a:xfrm>
            <a:off x="101146" y="4792244"/>
            <a:ext cx="2127241" cy="445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6"/>
              </a:lnSpc>
            </a:pPr>
            <a:r>
              <a:rPr lang="en-US" sz="28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39" name="TextBox 19">
            <a:extLst>
              <a:ext uri="{FF2B5EF4-FFF2-40B4-BE49-F238E27FC236}">
                <a16:creationId xmlns:a16="http://schemas.microsoft.com/office/drawing/2014/main" id="{7CD54AE1-1C32-70ED-33F7-688A2266C10D}"/>
              </a:ext>
            </a:extLst>
          </p:cNvPr>
          <p:cNvSpPr txBox="1"/>
          <p:nvPr userDrawn="1"/>
        </p:nvSpPr>
        <p:spPr>
          <a:xfrm>
            <a:off x="7278807" y="4792244"/>
            <a:ext cx="2127241" cy="445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6"/>
              </a:lnSpc>
            </a:pPr>
            <a:r>
              <a:rPr lang="en-US" sz="2800" b="1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40" name="TextBox 20">
            <a:extLst>
              <a:ext uri="{FF2B5EF4-FFF2-40B4-BE49-F238E27FC236}">
                <a16:creationId xmlns:a16="http://schemas.microsoft.com/office/drawing/2014/main" id="{FA689D5A-A804-BC4C-F7FD-D596F1851389}"/>
              </a:ext>
            </a:extLst>
          </p:cNvPr>
          <p:cNvSpPr txBox="1"/>
          <p:nvPr userDrawn="1"/>
        </p:nvSpPr>
        <p:spPr>
          <a:xfrm>
            <a:off x="3723792" y="4792244"/>
            <a:ext cx="2127241" cy="44537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6"/>
              </a:lnSpc>
            </a:pPr>
            <a:r>
              <a:rPr lang="en-US" sz="2800" b="1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</a:t>
            </a:r>
          </a:p>
        </p:txBody>
      </p:sp>
      <p:sp>
        <p:nvSpPr>
          <p:cNvPr id="41" name="TextBox 21">
            <a:extLst>
              <a:ext uri="{FF2B5EF4-FFF2-40B4-BE49-F238E27FC236}">
                <a16:creationId xmlns:a16="http://schemas.microsoft.com/office/drawing/2014/main" id="{CECBB01E-FEEA-8622-5FD1-D93311C1107F}"/>
              </a:ext>
            </a:extLst>
          </p:cNvPr>
          <p:cNvSpPr txBox="1"/>
          <p:nvPr userDrawn="1"/>
        </p:nvSpPr>
        <p:spPr>
          <a:xfrm>
            <a:off x="346871" y="1436549"/>
            <a:ext cx="4440541" cy="401777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3008"/>
              </a:lnSpc>
            </a:pPr>
            <a:r>
              <a:rPr lang="en-US" sz="32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Sub-heading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782D556-09AE-33A0-CD34-5C77FD91FDA9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847062209"/>
      </p:ext>
    </p:extLst>
  </p:cSld>
  <p:clrMapOvr>
    <a:masterClrMapping/>
  </p:clrMapOvr>
</p:sldLayout>
</file>

<file path=ppt/slideLayouts/slideLayout7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B5217A1-23C1-4603-B8A0-E12C810E40BA}"/>
              </a:ext>
            </a:extLst>
          </p:cNvPr>
          <p:cNvSpPr txBox="1"/>
          <p:nvPr userDrawn="1"/>
        </p:nvSpPr>
        <p:spPr>
          <a:xfrm>
            <a:off x="1508197" y="484526"/>
            <a:ext cx="9175605" cy="629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DE2595E9-C80F-4077-298A-05D743F8D08C}"/>
              </a:ext>
            </a:extLst>
          </p:cNvPr>
          <p:cNvSpPr/>
          <p:nvPr userDrawn="1"/>
        </p:nvSpPr>
        <p:spPr>
          <a:xfrm>
            <a:off x="776007" y="2107494"/>
            <a:ext cx="11140664" cy="3133312"/>
          </a:xfrm>
          <a:custGeom>
            <a:avLst/>
            <a:gdLst/>
            <a:ahLst/>
            <a:cxnLst/>
            <a:rect l="l" t="t" r="r" b="b"/>
            <a:pathLst>
              <a:path w="11140664" h="3133312">
                <a:moveTo>
                  <a:pt x="0" y="0"/>
                </a:moveTo>
                <a:lnTo>
                  <a:pt x="11140664" y="0"/>
                </a:lnTo>
                <a:lnTo>
                  <a:pt x="11140664" y="3133312"/>
                </a:lnTo>
                <a:lnTo>
                  <a:pt x="0" y="3133312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14DAC4B3-E46F-6ACC-A3BA-EA0DC4411CBB}"/>
              </a:ext>
            </a:extLst>
          </p:cNvPr>
          <p:cNvSpPr txBox="1"/>
          <p:nvPr userDrawn="1"/>
        </p:nvSpPr>
        <p:spPr>
          <a:xfrm>
            <a:off x="3978909" y="3216061"/>
            <a:ext cx="4734859" cy="3735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4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C38EA691-C5F3-750A-45F1-5E375D7EBE90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739474599"/>
      </p:ext>
    </p:extLst>
  </p:cSld>
  <p:clrMapOvr>
    <a:masterClrMapping/>
  </p:clrMapOvr>
</p:sldLayout>
</file>

<file path=ppt/slideLayouts/slideLayout7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70E8A526-B796-3440-BD50-386CB4FB4D0B}"/>
              </a:ext>
            </a:extLst>
          </p:cNvPr>
          <p:cNvSpPr txBox="1"/>
          <p:nvPr userDrawn="1"/>
        </p:nvSpPr>
        <p:spPr>
          <a:xfrm>
            <a:off x="3670652" y="457750"/>
            <a:ext cx="5089950" cy="6290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10723F55-88B1-1E95-06FA-7BE30F76474D}"/>
              </a:ext>
            </a:extLst>
          </p:cNvPr>
          <p:cNvSpPr/>
          <p:nvPr userDrawn="1"/>
        </p:nvSpPr>
        <p:spPr>
          <a:xfrm>
            <a:off x="249485" y="1866175"/>
            <a:ext cx="5450332" cy="3836794"/>
          </a:xfrm>
          <a:custGeom>
            <a:avLst/>
            <a:gdLst/>
            <a:ahLst/>
            <a:cxnLst/>
            <a:rect l="l" t="t" r="r" b="b"/>
            <a:pathLst>
              <a:path w="10330161" h="6456351">
                <a:moveTo>
                  <a:pt x="0" y="0"/>
                </a:moveTo>
                <a:lnTo>
                  <a:pt x="10330161" y="0"/>
                </a:lnTo>
                <a:lnTo>
                  <a:pt x="10330161" y="6456350"/>
                </a:lnTo>
                <a:lnTo>
                  <a:pt x="0" y="645635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B9F4205F-DA72-7B6B-1420-E788480BEDCA}"/>
              </a:ext>
            </a:extLst>
          </p:cNvPr>
          <p:cNvSpPr txBox="1"/>
          <p:nvPr userDrawn="1"/>
        </p:nvSpPr>
        <p:spPr>
          <a:xfrm>
            <a:off x="1827259" y="2950365"/>
            <a:ext cx="2626551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400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8" name="Freeform 5">
            <a:extLst>
              <a:ext uri="{FF2B5EF4-FFF2-40B4-BE49-F238E27FC236}">
                <a16:creationId xmlns:a16="http://schemas.microsoft.com/office/drawing/2014/main" id="{D861D26A-2441-131C-AD4F-D34A401DD889}"/>
              </a:ext>
            </a:extLst>
          </p:cNvPr>
          <p:cNvSpPr/>
          <p:nvPr userDrawn="1"/>
        </p:nvSpPr>
        <p:spPr>
          <a:xfrm>
            <a:off x="5727787" y="1914527"/>
            <a:ext cx="5450332" cy="3788442"/>
          </a:xfrm>
          <a:custGeom>
            <a:avLst/>
            <a:gdLst/>
            <a:ahLst/>
            <a:cxnLst/>
            <a:rect l="l" t="t" r="r" b="b"/>
            <a:pathLst>
              <a:path w="10330161" h="6456351">
                <a:moveTo>
                  <a:pt x="0" y="0"/>
                </a:moveTo>
                <a:lnTo>
                  <a:pt x="10330161" y="0"/>
                </a:lnTo>
                <a:lnTo>
                  <a:pt x="10330161" y="6456350"/>
                </a:lnTo>
                <a:lnTo>
                  <a:pt x="0" y="6456350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/>
            </a:stretch>
          </a:blipFill>
        </p:spPr>
      </p:sp>
      <p:sp>
        <p:nvSpPr>
          <p:cNvPr id="9" name="TextBox 6">
            <a:extLst>
              <a:ext uri="{FF2B5EF4-FFF2-40B4-BE49-F238E27FC236}">
                <a16:creationId xmlns:a16="http://schemas.microsoft.com/office/drawing/2014/main" id="{7543F79F-3799-2B12-8FB6-024B81175D54}"/>
              </a:ext>
            </a:extLst>
          </p:cNvPr>
          <p:cNvSpPr txBox="1"/>
          <p:nvPr userDrawn="1"/>
        </p:nvSpPr>
        <p:spPr>
          <a:xfrm>
            <a:off x="7694311" y="2908770"/>
            <a:ext cx="2626551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400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620DD82-B13A-C376-67A8-50333A9C4FE9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267213735"/>
      </p:ext>
    </p:extLst>
  </p:cSld>
  <p:clrMapOvr>
    <a:masterClrMapping/>
  </p:clrMapOvr>
</p:sldLayout>
</file>

<file path=ppt/slideLayouts/slideLayout7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B5217A1-23C1-4603-B8A0-E12C810E40BA}"/>
              </a:ext>
            </a:extLst>
          </p:cNvPr>
          <p:cNvSpPr txBox="1"/>
          <p:nvPr userDrawn="1"/>
        </p:nvSpPr>
        <p:spPr>
          <a:xfrm>
            <a:off x="1508197" y="484526"/>
            <a:ext cx="9175605" cy="629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8" name="Freeform 3">
            <a:extLst>
              <a:ext uri="{FF2B5EF4-FFF2-40B4-BE49-F238E27FC236}">
                <a16:creationId xmlns:a16="http://schemas.microsoft.com/office/drawing/2014/main" id="{33D3CE9F-D378-B6C8-E1E6-1734BE294828}"/>
              </a:ext>
            </a:extLst>
          </p:cNvPr>
          <p:cNvSpPr/>
          <p:nvPr userDrawn="1"/>
        </p:nvSpPr>
        <p:spPr>
          <a:xfrm>
            <a:off x="2304609" y="1593642"/>
            <a:ext cx="7877181" cy="4151155"/>
          </a:xfrm>
          <a:custGeom>
            <a:avLst/>
            <a:gdLst/>
            <a:ahLst/>
            <a:cxnLst/>
            <a:rect l="l" t="t" r="r" b="b"/>
            <a:pathLst>
              <a:path w="11520284" h="6840169">
                <a:moveTo>
                  <a:pt x="0" y="0"/>
                </a:moveTo>
                <a:lnTo>
                  <a:pt x="11520284" y="0"/>
                </a:lnTo>
                <a:lnTo>
                  <a:pt x="11520284" y="6840169"/>
                </a:lnTo>
                <a:lnTo>
                  <a:pt x="0" y="684016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6BA61AE-1324-15B8-B2A8-9EBF45A87D6C}"/>
              </a:ext>
            </a:extLst>
          </p:cNvPr>
          <p:cNvSpPr txBox="1"/>
          <p:nvPr userDrawn="1"/>
        </p:nvSpPr>
        <p:spPr>
          <a:xfrm>
            <a:off x="4624430" y="3339519"/>
            <a:ext cx="3237537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400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77E8222-1EAD-B95F-DB5C-D3C43734A9DA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519545860"/>
      </p:ext>
    </p:extLst>
  </p:cSld>
  <p:clrMapOvr>
    <a:masterClrMapping/>
  </p:clrMapOvr>
</p:sldLayout>
</file>

<file path=ppt/slideLayouts/slideLayout7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B5217A1-23C1-4603-B8A0-E12C810E40BA}"/>
              </a:ext>
            </a:extLst>
          </p:cNvPr>
          <p:cNvSpPr txBox="1"/>
          <p:nvPr userDrawn="1"/>
        </p:nvSpPr>
        <p:spPr>
          <a:xfrm>
            <a:off x="1508197" y="484526"/>
            <a:ext cx="9175605" cy="629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06BA61AE-1324-15B8-B2A8-9EBF45A87D6C}"/>
              </a:ext>
            </a:extLst>
          </p:cNvPr>
          <p:cNvSpPr txBox="1"/>
          <p:nvPr userDrawn="1"/>
        </p:nvSpPr>
        <p:spPr>
          <a:xfrm>
            <a:off x="4624430" y="3339519"/>
            <a:ext cx="3237537" cy="3735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3008"/>
              </a:lnSpc>
            </a:pPr>
            <a:r>
              <a:rPr lang="en-US" sz="2400" b="1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Text here</a:t>
            </a:r>
          </a:p>
        </p:txBody>
      </p:sp>
      <p:sp>
        <p:nvSpPr>
          <p:cNvPr id="4" name="Freeform 3">
            <a:extLst>
              <a:ext uri="{FF2B5EF4-FFF2-40B4-BE49-F238E27FC236}">
                <a16:creationId xmlns:a16="http://schemas.microsoft.com/office/drawing/2014/main" id="{7EAACB86-DFF5-1195-1000-FAE2A4EC8879}"/>
              </a:ext>
            </a:extLst>
          </p:cNvPr>
          <p:cNvSpPr/>
          <p:nvPr userDrawn="1"/>
        </p:nvSpPr>
        <p:spPr>
          <a:xfrm>
            <a:off x="1646929" y="1536544"/>
            <a:ext cx="929479" cy="1023143"/>
          </a:xfrm>
          <a:custGeom>
            <a:avLst/>
            <a:gdLst/>
            <a:ahLst/>
            <a:cxnLst/>
            <a:rect l="l" t="t" r="r" b="b"/>
            <a:pathLst>
              <a:path w="2444665" h="1911284">
                <a:moveTo>
                  <a:pt x="0" y="0"/>
                </a:moveTo>
                <a:lnTo>
                  <a:pt x="2444665" y="0"/>
                </a:lnTo>
                <a:lnTo>
                  <a:pt x="2444665" y="1911283"/>
                </a:lnTo>
                <a:lnTo>
                  <a:pt x="0" y="1911283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5">
            <a:extLst>
              <a:ext uri="{FF2B5EF4-FFF2-40B4-BE49-F238E27FC236}">
                <a16:creationId xmlns:a16="http://schemas.microsoft.com/office/drawing/2014/main" id="{E1EA558E-B290-581C-2AFA-77885E7C25BE}"/>
              </a:ext>
            </a:extLst>
          </p:cNvPr>
          <p:cNvSpPr/>
          <p:nvPr userDrawn="1"/>
        </p:nvSpPr>
        <p:spPr>
          <a:xfrm flipH="1">
            <a:off x="10074050" y="4248134"/>
            <a:ext cx="929479" cy="1023143"/>
          </a:xfrm>
          <a:custGeom>
            <a:avLst/>
            <a:gdLst/>
            <a:ahLst/>
            <a:cxnLst/>
            <a:rect l="l" t="t" r="r" b="b"/>
            <a:pathLst>
              <a:path w="2444665" h="1911284">
                <a:moveTo>
                  <a:pt x="2444665" y="0"/>
                </a:moveTo>
                <a:lnTo>
                  <a:pt x="0" y="0"/>
                </a:lnTo>
                <a:lnTo>
                  <a:pt x="0" y="1911284"/>
                </a:lnTo>
                <a:lnTo>
                  <a:pt x="2444665" y="1911284"/>
                </a:lnTo>
                <a:lnTo>
                  <a:pt x="2444665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431F690-960B-84F2-D647-2EC949325D4E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232424646"/>
      </p:ext>
    </p:extLst>
  </p:cSld>
  <p:clrMapOvr>
    <a:masterClrMapping/>
  </p:clrMapOvr>
</p:sldLayout>
</file>

<file path=ppt/slideLayouts/slideLayout7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CB5217A1-23C1-4603-B8A0-E12C810E40BA}"/>
              </a:ext>
            </a:extLst>
          </p:cNvPr>
          <p:cNvSpPr txBox="1"/>
          <p:nvPr userDrawn="1"/>
        </p:nvSpPr>
        <p:spPr>
          <a:xfrm>
            <a:off x="1508197" y="484526"/>
            <a:ext cx="9175605" cy="6290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16" name="TextBox 11">
            <a:extLst>
              <a:ext uri="{FF2B5EF4-FFF2-40B4-BE49-F238E27FC236}">
                <a16:creationId xmlns:a16="http://schemas.microsoft.com/office/drawing/2014/main" id="{2C8F2896-C710-B056-9A4E-CDA3D8C615E1}"/>
              </a:ext>
            </a:extLst>
          </p:cNvPr>
          <p:cNvSpPr txBox="1"/>
          <p:nvPr userDrawn="1"/>
        </p:nvSpPr>
        <p:spPr>
          <a:xfrm>
            <a:off x="3543069" y="2539365"/>
            <a:ext cx="2264970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spc="55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Title/Role</a:t>
            </a:r>
          </a:p>
        </p:txBody>
      </p:sp>
      <p:sp>
        <p:nvSpPr>
          <p:cNvPr id="17" name="TextBox 12">
            <a:extLst>
              <a:ext uri="{FF2B5EF4-FFF2-40B4-BE49-F238E27FC236}">
                <a16:creationId xmlns:a16="http://schemas.microsoft.com/office/drawing/2014/main" id="{6DB6F331-25C0-8EAC-8570-6E485AA3F3CC}"/>
              </a:ext>
            </a:extLst>
          </p:cNvPr>
          <p:cNvSpPr txBox="1"/>
          <p:nvPr userDrawn="1"/>
        </p:nvSpPr>
        <p:spPr>
          <a:xfrm>
            <a:off x="3504902" y="1426944"/>
            <a:ext cx="184431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</a:t>
            </a:r>
          </a:p>
        </p:txBody>
      </p:sp>
      <p:sp>
        <p:nvSpPr>
          <p:cNvPr id="18" name="TextBox 13">
            <a:extLst>
              <a:ext uri="{FF2B5EF4-FFF2-40B4-BE49-F238E27FC236}">
                <a16:creationId xmlns:a16="http://schemas.microsoft.com/office/drawing/2014/main" id="{C0D6EC5B-692F-3F94-518C-72021839B843}"/>
              </a:ext>
            </a:extLst>
          </p:cNvPr>
          <p:cNvSpPr txBox="1"/>
          <p:nvPr userDrawn="1"/>
        </p:nvSpPr>
        <p:spPr>
          <a:xfrm>
            <a:off x="8128633" y="1426944"/>
            <a:ext cx="184431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</a:t>
            </a:r>
          </a:p>
        </p:txBody>
      </p:sp>
      <p:sp>
        <p:nvSpPr>
          <p:cNvPr id="19" name="TextBox 14">
            <a:extLst>
              <a:ext uri="{FF2B5EF4-FFF2-40B4-BE49-F238E27FC236}">
                <a16:creationId xmlns:a16="http://schemas.microsoft.com/office/drawing/2014/main" id="{818ADFEA-A536-1078-3A2A-A8BAD14757EA}"/>
              </a:ext>
            </a:extLst>
          </p:cNvPr>
          <p:cNvSpPr txBox="1"/>
          <p:nvPr userDrawn="1"/>
        </p:nvSpPr>
        <p:spPr>
          <a:xfrm>
            <a:off x="8166800" y="2539365"/>
            <a:ext cx="2264970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spc="55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Title/Role</a:t>
            </a:r>
          </a:p>
        </p:txBody>
      </p:sp>
      <p:sp>
        <p:nvSpPr>
          <p:cNvPr id="26" name="Picture Placeholder 12">
            <a:extLst>
              <a:ext uri="{FF2B5EF4-FFF2-40B4-BE49-F238E27FC236}">
                <a16:creationId xmlns:a16="http://schemas.microsoft.com/office/drawing/2014/main" id="{26B7F125-596F-24D1-23AA-BBA2E91CDA2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725483" y="1426944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27" name="Picture Placeholder 12">
            <a:extLst>
              <a:ext uri="{FF2B5EF4-FFF2-40B4-BE49-F238E27FC236}">
                <a16:creationId xmlns:a16="http://schemas.microsoft.com/office/drawing/2014/main" id="{D1522BEF-1C93-CC11-6AF1-C7ACB6CE655C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5281950" y="1415957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28" name="TextBox 11">
            <a:extLst>
              <a:ext uri="{FF2B5EF4-FFF2-40B4-BE49-F238E27FC236}">
                <a16:creationId xmlns:a16="http://schemas.microsoft.com/office/drawing/2014/main" id="{AFC1D906-566E-8160-99D6-652259BF67A6}"/>
              </a:ext>
            </a:extLst>
          </p:cNvPr>
          <p:cNvSpPr txBox="1"/>
          <p:nvPr userDrawn="1"/>
        </p:nvSpPr>
        <p:spPr>
          <a:xfrm>
            <a:off x="3543069" y="4723440"/>
            <a:ext cx="2264970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spc="55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Title</a:t>
            </a:r>
            <a:r>
              <a:rPr lang="en-US" sz="2400" spc="55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/Role</a:t>
            </a:r>
          </a:p>
        </p:txBody>
      </p:sp>
      <p:sp>
        <p:nvSpPr>
          <p:cNvPr id="29" name="TextBox 12">
            <a:extLst>
              <a:ext uri="{FF2B5EF4-FFF2-40B4-BE49-F238E27FC236}">
                <a16:creationId xmlns:a16="http://schemas.microsoft.com/office/drawing/2014/main" id="{DB86FA12-788A-3786-1BC0-179E348A4822}"/>
              </a:ext>
            </a:extLst>
          </p:cNvPr>
          <p:cNvSpPr txBox="1"/>
          <p:nvPr userDrawn="1"/>
        </p:nvSpPr>
        <p:spPr>
          <a:xfrm>
            <a:off x="3504902" y="3611019"/>
            <a:ext cx="184431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</a:t>
            </a:r>
          </a:p>
        </p:txBody>
      </p:sp>
      <p:sp>
        <p:nvSpPr>
          <p:cNvPr id="30" name="TextBox 13">
            <a:extLst>
              <a:ext uri="{FF2B5EF4-FFF2-40B4-BE49-F238E27FC236}">
                <a16:creationId xmlns:a16="http://schemas.microsoft.com/office/drawing/2014/main" id="{E12D4F75-F0C3-4D70-EC7B-6D5B242B1D8B}"/>
              </a:ext>
            </a:extLst>
          </p:cNvPr>
          <p:cNvSpPr txBox="1"/>
          <p:nvPr userDrawn="1"/>
        </p:nvSpPr>
        <p:spPr>
          <a:xfrm>
            <a:off x="8128633" y="3611019"/>
            <a:ext cx="1844312" cy="50757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4064"/>
              </a:lnSpc>
            </a:pPr>
            <a:r>
              <a:rPr lang="en-US" sz="3200" b="1" dirty="0">
                <a:solidFill>
                  <a:srgbClr val="002060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</a:t>
            </a:r>
          </a:p>
        </p:txBody>
      </p:sp>
      <p:sp>
        <p:nvSpPr>
          <p:cNvPr id="31" name="TextBox 14">
            <a:extLst>
              <a:ext uri="{FF2B5EF4-FFF2-40B4-BE49-F238E27FC236}">
                <a16:creationId xmlns:a16="http://schemas.microsoft.com/office/drawing/2014/main" id="{32DD0D68-40DB-B39B-1B80-A6CBB4E72F74}"/>
              </a:ext>
            </a:extLst>
          </p:cNvPr>
          <p:cNvSpPr txBox="1"/>
          <p:nvPr userDrawn="1"/>
        </p:nvSpPr>
        <p:spPr>
          <a:xfrm>
            <a:off x="8166800" y="4723440"/>
            <a:ext cx="2264970" cy="44525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555"/>
              </a:lnSpc>
            </a:pPr>
            <a:r>
              <a:rPr lang="en-US" sz="2400" spc="55" dirty="0">
                <a:solidFill>
                  <a:srgbClr val="1D2858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Title/Role</a:t>
            </a:r>
          </a:p>
        </p:txBody>
      </p:sp>
      <p:sp>
        <p:nvSpPr>
          <p:cNvPr id="32" name="Picture Placeholder 12">
            <a:extLst>
              <a:ext uri="{FF2B5EF4-FFF2-40B4-BE49-F238E27FC236}">
                <a16:creationId xmlns:a16="http://schemas.microsoft.com/office/drawing/2014/main" id="{B74EC5F2-6E45-ADE5-7FA7-D577A55AF46B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725483" y="3611019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33" name="Picture Placeholder 12">
            <a:extLst>
              <a:ext uri="{FF2B5EF4-FFF2-40B4-BE49-F238E27FC236}">
                <a16:creationId xmlns:a16="http://schemas.microsoft.com/office/drawing/2014/main" id="{A407ACB4-2430-8AB8-CAA1-CED4026C873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>
          <a:xfrm>
            <a:off x="5281950" y="3600032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F3EA732D-F2D1-CB25-68D5-9C8759C8B908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88158208"/>
      </p:ext>
    </p:extLst>
  </p:cSld>
  <p:clrMapOvr>
    <a:masterClrMapping/>
  </p:clrMapOvr>
</p:sldLayout>
</file>

<file path=ppt/slideLayouts/slideLayout7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3134740" y="824948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3611583" y="1948484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0058CC9B-FD26-FB13-42A7-1E99F47E0A08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051193782"/>
      </p:ext>
    </p:extLst>
  </p:cSld>
  <p:clrMapOvr>
    <a:masterClrMapping/>
  </p:clrMapOvr>
</p:sldLayout>
</file>

<file path=ppt/slideLayouts/slideLayout7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3134740" y="824948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E42BA6-1B83-D347-18A1-E9CCF35C8E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9788" y="1681163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306687" y="1681163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A62199C-D2F9-3730-3770-62F0E3AA8E0E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261650395"/>
      </p:ext>
    </p:extLst>
  </p:cSld>
  <p:clrMapOvr>
    <a:masterClrMapping/>
  </p:clrMapOvr>
</p:sldLayout>
</file>

<file path=ppt/slideLayouts/slideLayout7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317425" y="3185042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E42BA6-1B83-D347-18A1-E9CCF35C8E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5557667" y="5186362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  <a:latin typeface="Helvetica" pitchFamily="2" charset="0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57666" y="1342748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895D9F0C-3EBF-EA7F-21F4-A569787E6D94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2927063601"/>
      </p:ext>
    </p:extLst>
  </p:cSld>
  <p:clrMapOvr>
    <a:masterClrMapping/>
  </p:clrMapOvr>
</p:sldLayout>
</file>

<file path=ppt/slideLayouts/slideLayout8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6213269" y="847726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E42BA6-1B83-D347-18A1-E9CCF35C8E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6690112" y="1913730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4590" y="1913730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4DBFE2D6-289B-5BBD-BECF-0B6E9DA51478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255929961"/>
      </p:ext>
    </p:extLst>
  </p:cSld>
  <p:clrMapOvr>
    <a:masterClrMapping/>
  </p:clrMapOvr>
</p:sldLayout>
</file>

<file path=ppt/slideLayouts/slideLayout8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9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6068266" y="3397249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434590" y="1913730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3B119457-5F02-FC78-4377-192AC9D24716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372442703"/>
      </p:ext>
    </p:extLst>
  </p:cSld>
  <p:clrMapOvr>
    <a:masterClrMapping/>
  </p:clrMapOvr>
</p:sldLayout>
</file>

<file path=ppt/slideLayouts/slideLayout8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0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0" y="1519070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4" name="Text Placeholder 2">
            <a:extLst>
              <a:ext uri="{FF2B5EF4-FFF2-40B4-BE49-F238E27FC236}">
                <a16:creationId xmlns:a16="http://schemas.microsoft.com/office/drawing/2014/main" id="{4DE42BA6-1B83-D347-18A1-E9CCF35C8E7B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275329" y="2408496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 algn="ctr">
              <a:buNone/>
              <a:defRPr sz="2400" b="1">
                <a:solidFill>
                  <a:srgbClr val="002060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6096000" y="1280580"/>
            <a:ext cx="5157787" cy="3684588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294FD875-A5D7-44E5-4C38-38709AAE1BF8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3450603573"/>
      </p:ext>
    </p:extLst>
  </p:cSld>
  <p:clrMapOvr>
    <a:masterClrMapping/>
  </p:clrMapOvr>
</p:sldLayout>
</file>

<file path=ppt/slideLayouts/slideLayout8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1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4">
            <a:extLst>
              <a:ext uri="{FF2B5EF4-FFF2-40B4-BE49-F238E27FC236}">
                <a16:creationId xmlns:a16="http://schemas.microsoft.com/office/drawing/2014/main" id="{157B2944-6E66-0414-0072-C7D2F2CBD910}"/>
              </a:ext>
            </a:extLst>
          </p:cNvPr>
          <p:cNvSpPr txBox="1"/>
          <p:nvPr userDrawn="1"/>
        </p:nvSpPr>
        <p:spPr>
          <a:xfrm>
            <a:off x="127374" y="1519070"/>
            <a:ext cx="5634630" cy="6077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</p:txBody>
      </p:sp>
      <p:sp>
        <p:nvSpPr>
          <p:cNvPr id="7" name="Content Placeholder 3">
            <a:extLst>
              <a:ext uri="{FF2B5EF4-FFF2-40B4-BE49-F238E27FC236}">
                <a16:creationId xmlns:a16="http://schemas.microsoft.com/office/drawing/2014/main" id="{3B14B389-90AE-D72F-417B-BDDD10359AFE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5557666" y="1342747"/>
            <a:ext cx="5157787" cy="4382191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/>
              <a:t>Text Here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9C6B7FF1-6D2E-7C86-2CEB-DAF99582ADC8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109636725"/>
      </p:ext>
    </p:extLst>
  </p:cSld>
  <p:clrMapOvr>
    <a:masterClrMapping/>
  </p:clrMapOvr>
</p:sldLayout>
</file>

<file path=ppt/slideLayouts/slideLayout8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9">
            <a:extLst>
              <a:ext uri="{FF2B5EF4-FFF2-40B4-BE49-F238E27FC236}">
                <a16:creationId xmlns:a16="http://schemas.microsoft.com/office/drawing/2014/main" id="{5BB38F6B-F38C-8216-1A5C-24DAF1222AE9}"/>
              </a:ext>
            </a:extLst>
          </p:cNvPr>
          <p:cNvSpPr/>
          <p:nvPr userDrawn="1"/>
        </p:nvSpPr>
        <p:spPr>
          <a:xfrm rot="-5376000" flipH="1">
            <a:off x="7111921" y="1813264"/>
            <a:ext cx="6853739" cy="32586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9" t="-26200" r="-3753" b="-67296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2" name="TextBox 2">
            <a:extLst>
              <a:ext uri="{FF2B5EF4-FFF2-40B4-BE49-F238E27FC236}">
                <a16:creationId xmlns:a16="http://schemas.microsoft.com/office/drawing/2014/main" id="{91BD594E-FBAC-5B3C-83A5-ADD421B7195D}"/>
              </a:ext>
            </a:extLst>
          </p:cNvPr>
          <p:cNvSpPr txBox="1"/>
          <p:nvPr userDrawn="1"/>
        </p:nvSpPr>
        <p:spPr>
          <a:xfrm>
            <a:off x="2791292" y="771514"/>
            <a:ext cx="6094289" cy="80015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6650"/>
              </a:lnSpc>
            </a:pPr>
            <a:r>
              <a:rPr lang="en-US" sz="4400" b="1" dirty="0">
                <a:solidFill>
                  <a:srgbClr val="457FC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BBDDACB-95E4-FD2F-6DE0-818D5F5FB069}"/>
              </a:ext>
            </a:extLst>
          </p:cNvPr>
          <p:cNvSpPr txBox="1"/>
          <p:nvPr userDrawn="1"/>
        </p:nvSpPr>
        <p:spPr>
          <a:xfrm>
            <a:off x="1952170" y="2427600"/>
            <a:ext cx="7772532" cy="17570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spc="64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Name. : </a:t>
            </a:r>
          </a:p>
          <a:p>
            <a:pPr algn="l">
              <a:lnSpc>
                <a:spcPts val="4480"/>
              </a:lnSpc>
            </a:pPr>
            <a:endParaRPr lang="en-US" sz="3200" b="1" spc="64" dirty="0">
              <a:solidFill>
                <a:srgbClr val="1D2858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algn="l">
              <a:lnSpc>
                <a:spcPts val="4480"/>
              </a:lnSpc>
            </a:pPr>
            <a:r>
              <a:rPr lang="en-US" sz="3200" b="1" spc="64" dirty="0">
                <a:solidFill>
                  <a:srgbClr val="1D2858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 : 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B0B536B7-AB9B-37CC-2EB6-A831696051BD}"/>
              </a:ext>
            </a:extLst>
          </p:cNvPr>
          <p:cNvSpPr/>
          <p:nvPr userDrawn="1"/>
        </p:nvSpPr>
        <p:spPr>
          <a:xfrm>
            <a:off x="475226" y="4772242"/>
            <a:ext cx="460840" cy="460840"/>
          </a:xfrm>
          <a:custGeom>
            <a:avLst/>
            <a:gdLst/>
            <a:ahLst/>
            <a:cxnLst/>
            <a:rect l="l" t="t" r="r" b="b"/>
            <a:pathLst>
              <a:path w="460840" h="460840">
                <a:moveTo>
                  <a:pt x="0" y="0"/>
                </a:moveTo>
                <a:lnTo>
                  <a:pt x="460840" y="0"/>
                </a:lnTo>
                <a:lnTo>
                  <a:pt x="460840" y="460841"/>
                </a:lnTo>
                <a:lnTo>
                  <a:pt x="0" y="460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4E937AE-4656-D76B-6A68-529A3FD0878F}"/>
              </a:ext>
            </a:extLst>
          </p:cNvPr>
          <p:cNvSpPr txBox="1"/>
          <p:nvPr userDrawn="1"/>
        </p:nvSpPr>
        <p:spPr>
          <a:xfrm>
            <a:off x="1257415" y="4802701"/>
            <a:ext cx="4838585" cy="39992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0" lvl="0" indent="0" algn="l">
              <a:lnSpc>
                <a:spcPts val="3135"/>
              </a:lnSpc>
            </a:pPr>
            <a:r>
              <a:rPr lang="en-US" sz="2799" spc="55" dirty="0">
                <a:latin typeface="Helvetica World"/>
                <a:ea typeface="Helvetica World"/>
                <a:cs typeface="Helvetica World"/>
                <a:sym typeface="Helvetica World"/>
              </a:rPr>
              <a:t>+</a:t>
            </a:r>
            <a:r>
              <a:rPr lang="en-US" sz="2400" spc="55" dirty="0">
                <a:solidFill>
                  <a:srgbClr val="002060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123-456-7890</a:t>
            </a:r>
          </a:p>
        </p:txBody>
      </p:sp>
      <p:sp>
        <p:nvSpPr>
          <p:cNvPr id="10" name="Freeform 9">
            <a:extLst>
              <a:ext uri="{FF2B5EF4-FFF2-40B4-BE49-F238E27FC236}">
                <a16:creationId xmlns:a16="http://schemas.microsoft.com/office/drawing/2014/main" id="{649761BC-9CA2-4FED-5EFD-B240087278A8}"/>
              </a:ext>
            </a:extLst>
          </p:cNvPr>
          <p:cNvSpPr/>
          <p:nvPr userDrawn="1"/>
        </p:nvSpPr>
        <p:spPr>
          <a:xfrm>
            <a:off x="177800" y="5632544"/>
            <a:ext cx="4903200" cy="1080000"/>
          </a:xfrm>
          <a:custGeom>
            <a:avLst/>
            <a:gdLst/>
            <a:ahLst/>
            <a:cxnLst/>
            <a:rect l="l" t="t" r="r" b="b"/>
            <a:pathLst>
              <a:path w="10075144" h="2226017">
                <a:moveTo>
                  <a:pt x="0" y="0"/>
                </a:moveTo>
                <a:lnTo>
                  <a:pt x="10075144" y="0"/>
                </a:lnTo>
                <a:lnTo>
                  <a:pt x="10075144" y="2226016"/>
                </a:lnTo>
                <a:lnTo>
                  <a:pt x="0" y="2226016"/>
                </a:lnTo>
                <a:lnTo>
                  <a:pt x="0" y="0"/>
                </a:lnTo>
                <a:close/>
              </a:path>
            </a:pathLst>
          </a:custGeom>
          <a:blipFill>
            <a:blip r:embed="rId6">
              <a:alphaModFix amt="50000"/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463951695"/>
      </p:ext>
    </p:extLst>
  </p:cSld>
  <p:clrMapOvr>
    <a:masterClrMapping/>
  </p:clrMapOvr>
</p:sldLayout>
</file>

<file path=ppt/slideLayouts/slideLayout8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ustom Layout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AB78F17-D953-83DA-3D8C-02899615629B}"/>
              </a:ext>
            </a:extLst>
          </p:cNvPr>
          <p:cNvSpPr>
            <a:spLocks noGrp="1"/>
          </p:cNvSpPr>
          <p:nvPr>
            <p:ph type="sldNum" sz="quarter" idx="11"/>
          </p:nvPr>
        </p:nvSpPr>
        <p:spPr/>
        <p:txBody>
          <a:bodyPr/>
          <a:lstStyle>
            <a:lvl1pPr>
              <a:defRPr>
                <a:solidFill>
                  <a:schemeClr val="bg1"/>
                </a:solidFill>
              </a:defRPr>
            </a:lvl1pPr>
          </a:lstStyle>
          <a:p>
            <a:fld id="{54540457-0002-5948-91C5-AA90B2F21291}" type="slidenum">
              <a:rPr lang="en-MM" smtClean="0"/>
              <a:pPr/>
              <a:t>‹#›</a:t>
            </a:fld>
            <a:endParaRPr lang="en-MM" dirty="0"/>
          </a:p>
        </p:txBody>
      </p:sp>
      <p:sp>
        <p:nvSpPr>
          <p:cNvPr id="5" name="Oval 4">
            <a:extLst>
              <a:ext uri="{FF2B5EF4-FFF2-40B4-BE49-F238E27FC236}">
                <a16:creationId xmlns:a16="http://schemas.microsoft.com/office/drawing/2014/main" id="{17F632AC-CBC6-D734-3BBA-EF7AB08727D5}"/>
              </a:ext>
            </a:extLst>
          </p:cNvPr>
          <p:cNvSpPr/>
          <p:nvPr userDrawn="1"/>
        </p:nvSpPr>
        <p:spPr>
          <a:xfrm>
            <a:off x="471040" y="101295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6" name="Oval 5">
            <a:extLst>
              <a:ext uri="{FF2B5EF4-FFF2-40B4-BE49-F238E27FC236}">
                <a16:creationId xmlns:a16="http://schemas.microsoft.com/office/drawing/2014/main" id="{069F909B-4FC1-8962-E4E0-5EFB8E3D758A}"/>
              </a:ext>
            </a:extLst>
          </p:cNvPr>
          <p:cNvSpPr/>
          <p:nvPr userDrawn="1"/>
        </p:nvSpPr>
        <p:spPr>
          <a:xfrm>
            <a:off x="2807970" y="101295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7" name="Oval 6">
            <a:extLst>
              <a:ext uri="{FF2B5EF4-FFF2-40B4-BE49-F238E27FC236}">
                <a16:creationId xmlns:a16="http://schemas.microsoft.com/office/drawing/2014/main" id="{867C586F-B1AC-4277-3F0A-72FE4752769C}"/>
              </a:ext>
            </a:extLst>
          </p:cNvPr>
          <p:cNvSpPr/>
          <p:nvPr userDrawn="1"/>
        </p:nvSpPr>
        <p:spPr>
          <a:xfrm>
            <a:off x="5144900" y="101295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9" name="Oval 8">
            <a:extLst>
              <a:ext uri="{FF2B5EF4-FFF2-40B4-BE49-F238E27FC236}">
                <a16:creationId xmlns:a16="http://schemas.microsoft.com/office/drawing/2014/main" id="{DA0261D3-0459-CEB4-ADE0-95C8271E6F55}"/>
              </a:ext>
            </a:extLst>
          </p:cNvPr>
          <p:cNvSpPr/>
          <p:nvPr userDrawn="1"/>
        </p:nvSpPr>
        <p:spPr>
          <a:xfrm>
            <a:off x="9768840" y="101295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0" name="Oval 9">
            <a:extLst>
              <a:ext uri="{FF2B5EF4-FFF2-40B4-BE49-F238E27FC236}">
                <a16:creationId xmlns:a16="http://schemas.microsoft.com/office/drawing/2014/main" id="{ABE937B4-1C96-E29F-90A2-0175378FB3D1}"/>
              </a:ext>
            </a:extLst>
          </p:cNvPr>
          <p:cNvSpPr/>
          <p:nvPr userDrawn="1"/>
        </p:nvSpPr>
        <p:spPr>
          <a:xfrm>
            <a:off x="7456870" y="1012958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1" name="Oval 10">
            <a:extLst>
              <a:ext uri="{FF2B5EF4-FFF2-40B4-BE49-F238E27FC236}">
                <a16:creationId xmlns:a16="http://schemas.microsoft.com/office/drawing/2014/main" id="{6DBA1DD0-403F-990E-D4D6-735B3898DBF9}"/>
              </a:ext>
            </a:extLst>
          </p:cNvPr>
          <p:cNvSpPr/>
          <p:nvPr userDrawn="1"/>
        </p:nvSpPr>
        <p:spPr>
          <a:xfrm>
            <a:off x="471040" y="341103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BA457FE1-C189-A6E0-E76F-510329BE5BEE}"/>
              </a:ext>
            </a:extLst>
          </p:cNvPr>
          <p:cNvSpPr/>
          <p:nvPr userDrawn="1"/>
        </p:nvSpPr>
        <p:spPr>
          <a:xfrm>
            <a:off x="2807970" y="341103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63BA32A7-B0CF-3A23-6D1E-CF3E2C7BD943}"/>
              </a:ext>
            </a:extLst>
          </p:cNvPr>
          <p:cNvSpPr/>
          <p:nvPr userDrawn="1"/>
        </p:nvSpPr>
        <p:spPr>
          <a:xfrm>
            <a:off x="5144900" y="341103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4" name="Oval 13">
            <a:extLst>
              <a:ext uri="{FF2B5EF4-FFF2-40B4-BE49-F238E27FC236}">
                <a16:creationId xmlns:a16="http://schemas.microsoft.com/office/drawing/2014/main" id="{59ABF874-FE91-CEA7-2FD2-0C1279F719AE}"/>
              </a:ext>
            </a:extLst>
          </p:cNvPr>
          <p:cNvSpPr/>
          <p:nvPr userDrawn="1"/>
        </p:nvSpPr>
        <p:spPr>
          <a:xfrm>
            <a:off x="9768840" y="341103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17A42E85-1DAF-BC0B-4401-90EEAC386B3B}"/>
              </a:ext>
            </a:extLst>
          </p:cNvPr>
          <p:cNvSpPr/>
          <p:nvPr userDrawn="1"/>
        </p:nvSpPr>
        <p:spPr>
          <a:xfrm>
            <a:off x="7456870" y="3411034"/>
            <a:ext cx="1584960" cy="1520190"/>
          </a:xfrm>
          <a:prstGeom prst="ellipse">
            <a:avLst/>
          </a:prstGeom>
          <a:solidFill>
            <a:schemeClr val="bg1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MM">
              <a:solidFill>
                <a:schemeClr val="bg1"/>
              </a:solidFill>
            </a:endParaRP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id="{87ABAE4C-41C7-BEE2-2B13-ADB82E83DB84}"/>
              </a:ext>
            </a:extLst>
          </p:cNvPr>
          <p:cNvSpPr txBox="1"/>
          <p:nvPr userDrawn="1"/>
        </p:nvSpPr>
        <p:spPr>
          <a:xfrm>
            <a:off x="471040" y="273027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7" name="TextBox 16">
            <a:extLst>
              <a:ext uri="{FF2B5EF4-FFF2-40B4-BE49-F238E27FC236}">
                <a16:creationId xmlns:a16="http://schemas.microsoft.com/office/drawing/2014/main" id="{7C727BE3-E315-1FA1-D6D7-179B8683D204}"/>
              </a:ext>
            </a:extLst>
          </p:cNvPr>
          <p:cNvSpPr txBox="1"/>
          <p:nvPr userDrawn="1"/>
        </p:nvSpPr>
        <p:spPr>
          <a:xfrm>
            <a:off x="2915155" y="2718761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1E8C4B3F-B412-F3FF-8D86-602F56575A1B}"/>
              </a:ext>
            </a:extLst>
          </p:cNvPr>
          <p:cNvSpPr txBox="1"/>
          <p:nvPr userDrawn="1"/>
        </p:nvSpPr>
        <p:spPr>
          <a:xfrm>
            <a:off x="5359270" y="2718761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F922D7BB-5E65-CD58-8EAC-25FA560D5607}"/>
              </a:ext>
            </a:extLst>
          </p:cNvPr>
          <p:cNvSpPr txBox="1"/>
          <p:nvPr userDrawn="1"/>
        </p:nvSpPr>
        <p:spPr>
          <a:xfrm>
            <a:off x="7649080" y="2718761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DC537B59-C95D-49D3-6F8B-1A5AEEDCB38C}"/>
              </a:ext>
            </a:extLst>
          </p:cNvPr>
          <p:cNvSpPr txBox="1"/>
          <p:nvPr userDrawn="1"/>
        </p:nvSpPr>
        <p:spPr>
          <a:xfrm>
            <a:off x="9768840" y="272249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79C8440A-D3A0-14CB-0222-66A1678FAA73}"/>
              </a:ext>
            </a:extLst>
          </p:cNvPr>
          <p:cNvSpPr txBox="1"/>
          <p:nvPr userDrawn="1"/>
        </p:nvSpPr>
        <p:spPr>
          <a:xfrm>
            <a:off x="471040" y="5077279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4" name="TextBox 23">
            <a:extLst>
              <a:ext uri="{FF2B5EF4-FFF2-40B4-BE49-F238E27FC236}">
                <a16:creationId xmlns:a16="http://schemas.microsoft.com/office/drawing/2014/main" id="{5BFB4DE6-1C52-C731-F7EE-BE166C75D417}"/>
              </a:ext>
            </a:extLst>
          </p:cNvPr>
          <p:cNvSpPr txBox="1"/>
          <p:nvPr userDrawn="1"/>
        </p:nvSpPr>
        <p:spPr>
          <a:xfrm>
            <a:off x="2915155" y="506576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5" name="TextBox 24">
            <a:extLst>
              <a:ext uri="{FF2B5EF4-FFF2-40B4-BE49-F238E27FC236}">
                <a16:creationId xmlns:a16="http://schemas.microsoft.com/office/drawing/2014/main" id="{C566BE5B-914E-DEF5-5DB2-018F8C2E9AED}"/>
              </a:ext>
            </a:extLst>
          </p:cNvPr>
          <p:cNvSpPr txBox="1"/>
          <p:nvPr userDrawn="1"/>
        </p:nvSpPr>
        <p:spPr>
          <a:xfrm>
            <a:off x="5359270" y="506576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6" name="TextBox 25">
            <a:extLst>
              <a:ext uri="{FF2B5EF4-FFF2-40B4-BE49-F238E27FC236}">
                <a16:creationId xmlns:a16="http://schemas.microsoft.com/office/drawing/2014/main" id="{DECE4FED-08E8-5252-335F-0E1E0026D5CF}"/>
              </a:ext>
            </a:extLst>
          </p:cNvPr>
          <p:cNvSpPr txBox="1"/>
          <p:nvPr userDrawn="1"/>
        </p:nvSpPr>
        <p:spPr>
          <a:xfrm>
            <a:off x="7649080" y="5065765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5F1325F0-9C49-620F-78B8-20D350580277}"/>
              </a:ext>
            </a:extLst>
          </p:cNvPr>
          <p:cNvSpPr txBox="1"/>
          <p:nvPr userDrawn="1"/>
        </p:nvSpPr>
        <p:spPr>
          <a:xfrm>
            <a:off x="9768840" y="5069499"/>
            <a:ext cx="171209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1800" dirty="0">
                <a:solidFill>
                  <a:schemeClr val="bg1"/>
                </a:solidFill>
                <a:latin typeface="Helvetica" pitchFamily="2" charset="0"/>
              </a:rPr>
              <a:t>TEXT HERE</a:t>
            </a:r>
          </a:p>
        </p:txBody>
      </p:sp>
      <p:sp>
        <p:nvSpPr>
          <p:cNvPr id="8" name="TextBox 51">
            <a:extLst>
              <a:ext uri="{FF2B5EF4-FFF2-40B4-BE49-F238E27FC236}">
                <a16:creationId xmlns:a16="http://schemas.microsoft.com/office/drawing/2014/main" id="{7902A76E-7A55-16F8-4E84-3AFEF8505CD2}"/>
              </a:ext>
            </a:extLst>
          </p:cNvPr>
          <p:cNvSpPr txBox="1"/>
          <p:nvPr userDrawn="1"/>
        </p:nvSpPr>
        <p:spPr>
          <a:xfrm>
            <a:off x="1094453" y="381280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pic>
        <p:nvPicPr>
          <p:cNvPr id="29" name="Picture 28">
            <a:extLst>
              <a:ext uri="{FF2B5EF4-FFF2-40B4-BE49-F238E27FC236}">
                <a16:creationId xmlns:a16="http://schemas.microsoft.com/office/drawing/2014/main" id="{9F14D8F1-3988-86C7-E8C0-0E883FD31C90}"/>
              </a:ext>
            </a:extLst>
          </p:cNvPr>
          <p:cNvPicPr>
            <a:picLocks noChangeAspect="1"/>
          </p:cNvPicPr>
          <p:nvPr userDrawn="1"/>
        </p:nvPicPr>
        <p:blipFill>
          <a:blip r:embed="rId2">
            <a:alphaModFix amt="50000"/>
          </a:blip>
          <a:stretch>
            <a:fillRect/>
          </a:stretch>
        </p:blipFill>
        <p:spPr>
          <a:xfrm>
            <a:off x="245300" y="5592666"/>
            <a:ext cx="4899600" cy="10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51555763"/>
      </p:ext>
    </p:extLst>
  </p:cSld>
  <p:clrMapOvr>
    <a:masterClrMapping/>
  </p:clrMapOvr>
</p:sldLayout>
</file>

<file path=ppt/slideLayouts/slideLayout8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Comparison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Freeform 5">
            <a:extLst>
              <a:ext uri="{FF2B5EF4-FFF2-40B4-BE49-F238E27FC236}">
                <a16:creationId xmlns:a16="http://schemas.microsoft.com/office/drawing/2014/main" id="{4826D36A-17D7-EC14-51A4-B4F33C26CA87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6EC2E25-80D1-4672-87B4-4DFB6E2EE7B8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836612" y="1059194"/>
            <a:ext cx="5157787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8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Sub heading</a:t>
            </a:r>
            <a:endParaRPr lang="en-MM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6611" y="1908078"/>
            <a:ext cx="5157787" cy="36845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0D62C2ED-8EB8-C39D-7E10-68E1B1AD1C8A}"/>
              </a:ext>
            </a:extLst>
          </p:cNvPr>
          <p:cNvSpPr>
            <a:spLocks noGrp="1"/>
          </p:cNvSpPr>
          <p:nvPr>
            <p:ph type="body" sz="quarter" idx="3" hasCustomPrompt="1"/>
          </p:nvPr>
        </p:nvSpPr>
        <p:spPr>
          <a:xfrm>
            <a:off x="6096000" y="1042693"/>
            <a:ext cx="5183188" cy="82391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3200" b="1">
                <a:solidFill>
                  <a:schemeClr val="bg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marL="0" marR="0" lvl="0" indent="0" algn="l" defTabSz="914400" rtl="0" eaLnBrk="1" fontAlgn="auto" latinLnBrk="0" hangingPunct="1">
              <a:lnSpc>
                <a:spcPct val="90000"/>
              </a:lnSpc>
              <a:spcBef>
                <a:spcPts val="1000"/>
              </a:spcBef>
              <a:spcAft>
                <a:spcPts val="0"/>
              </a:spcAft>
              <a:buClrTx/>
              <a:buSzTx/>
              <a:buFont typeface="Arial" panose="020B0604020202020204" pitchFamily="34" charset="0"/>
              <a:buNone/>
              <a:tabLst/>
              <a:defRPr/>
            </a:pPr>
            <a:r>
              <a:rPr lang="en-MM" dirty="0">
                <a:latin typeface="Helvetica" pitchFamily="2" charset="0"/>
              </a:rPr>
              <a:t>Sub heading</a:t>
            </a:r>
            <a:endParaRPr lang="en-MM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B760C-B206-DC8C-4615-4C83D14E50F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096000" y="1939707"/>
            <a:ext cx="5183188" cy="3684588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002060"/>
                </a:solidFill>
              </a:defRPr>
            </a:lvl1pPr>
          </a:lstStyle>
          <a:p>
            <a:fld id="{54540457-0002-5948-91C5-AA90B2F21291}" type="slidenum">
              <a:rPr lang="en-MM" smtClean="0"/>
              <a:pPr/>
              <a:t>‹#›</a:t>
            </a:fld>
            <a:endParaRPr lang="en-MM" dirty="0"/>
          </a:p>
        </p:txBody>
      </p:sp>
      <p:sp>
        <p:nvSpPr>
          <p:cNvPr id="12" name="TextBox 51">
            <a:extLst>
              <a:ext uri="{FF2B5EF4-FFF2-40B4-BE49-F238E27FC236}">
                <a16:creationId xmlns:a16="http://schemas.microsoft.com/office/drawing/2014/main" id="{2EACCBE2-8FA5-8C5C-6995-A52E8BBAD1FB}"/>
              </a:ext>
            </a:extLst>
          </p:cNvPr>
          <p:cNvSpPr txBox="1"/>
          <p:nvPr userDrawn="1"/>
        </p:nvSpPr>
        <p:spPr>
          <a:xfrm>
            <a:off x="1094453" y="381280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00CEFF7-2787-2C7E-9808-4669DFF28D5F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45300" y="5592666"/>
            <a:ext cx="4899600" cy="10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59148788"/>
      </p:ext>
    </p:extLst>
  </p:cSld>
  <p:clrMapOvr>
    <a:masterClrMapping/>
  </p:clrMapOvr>
</p:sldLayout>
</file>

<file path=ppt/slideLayouts/slideLayout8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Comparison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0B161A3D-3FA2-6995-9E35-C178B675A034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62014" y="1018328"/>
            <a:ext cx="5157787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F9B760C-B206-DC8C-4615-4C83D14E50F5}"/>
              </a:ext>
            </a:extLst>
          </p:cNvPr>
          <p:cNvSpPr>
            <a:spLocks noGrp="1"/>
          </p:cNvSpPr>
          <p:nvPr>
            <p:ph sz="quarter" idx="4" hasCustomPrompt="1"/>
          </p:nvPr>
        </p:nvSpPr>
        <p:spPr>
          <a:xfrm>
            <a:off x="6099890" y="1042458"/>
            <a:ext cx="5183188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5" name="TextBox 51">
            <a:extLst>
              <a:ext uri="{FF2B5EF4-FFF2-40B4-BE49-F238E27FC236}">
                <a16:creationId xmlns:a16="http://schemas.microsoft.com/office/drawing/2014/main" id="{CB682C60-E40B-3DE5-834C-0D7A3BF7273A}"/>
              </a:ext>
            </a:extLst>
          </p:cNvPr>
          <p:cNvSpPr txBox="1"/>
          <p:nvPr userDrawn="1"/>
        </p:nvSpPr>
        <p:spPr>
          <a:xfrm>
            <a:off x="1253073" y="347734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A749518-C188-746C-4ABC-6FC838602CD0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45300" y="5592666"/>
            <a:ext cx="4899600" cy="10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96376248"/>
      </p:ext>
    </p:extLst>
  </p:cSld>
  <p:clrMapOvr>
    <a:masterClrMapping/>
  </p:clrMapOvr>
</p:sldLayout>
</file>

<file path=ppt/slideLayouts/slideLayout8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Comparison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Freeform 5">
            <a:extLst>
              <a:ext uri="{FF2B5EF4-FFF2-40B4-BE49-F238E27FC236}">
                <a16:creationId xmlns:a16="http://schemas.microsoft.com/office/drawing/2014/main" id="{CCE1EAD2-FF66-DDFC-201B-25EFCF86FA9B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B0D39049-3988-987F-7D37-6DE706D68C05}"/>
              </a:ext>
            </a:extLst>
          </p:cNvPr>
          <p:cNvSpPr>
            <a:spLocks noGrp="1"/>
          </p:cNvSpPr>
          <p:nvPr>
            <p:ph sz="half" idx="2" hasCustomPrompt="1"/>
          </p:nvPr>
        </p:nvSpPr>
        <p:spPr>
          <a:xfrm>
            <a:off x="838200" y="1177399"/>
            <a:ext cx="10515600" cy="4235133"/>
          </a:xfrm>
          <a:prstGeom prst="rect">
            <a:avLst/>
          </a:prstGeom>
        </p:spPr>
        <p:txBody>
          <a:bodyPr/>
          <a:lstStyle>
            <a:lvl1pPr>
              <a:defRPr sz="2400">
                <a:solidFill>
                  <a:schemeClr val="bg1"/>
                </a:solidFill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77F320F2-77F0-CE71-EA62-E55BD28FA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5" name="TextBox 51">
            <a:extLst>
              <a:ext uri="{FF2B5EF4-FFF2-40B4-BE49-F238E27FC236}">
                <a16:creationId xmlns:a16="http://schemas.microsoft.com/office/drawing/2014/main" id="{4E380ABE-31AD-9AE9-7DF2-6D2F2432A98C}"/>
              </a:ext>
            </a:extLst>
          </p:cNvPr>
          <p:cNvSpPr txBox="1"/>
          <p:nvPr userDrawn="1"/>
        </p:nvSpPr>
        <p:spPr>
          <a:xfrm>
            <a:off x="1253073" y="516081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EFC9FFE-D19F-4CE9-4A1A-C83010207F3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45300" y="5592666"/>
            <a:ext cx="4899600" cy="10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382218472"/>
      </p:ext>
    </p:extLst>
  </p:cSld>
  <p:clrMapOvr>
    <a:masterClrMapping/>
  </p:clrMapOvr>
</p:sldLayout>
</file>

<file path=ppt/slideLayouts/slideLayout8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itle and Content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D07D57B8-B8DB-4E91-5664-982229ED8E7E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D42B-8CA5-7067-31FB-873777BAF52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960165" cy="3720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08C4-11BB-03D7-FDBC-F4C22D30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7" name="TextBox 51">
            <a:extLst>
              <a:ext uri="{FF2B5EF4-FFF2-40B4-BE49-F238E27FC236}">
                <a16:creationId xmlns:a16="http://schemas.microsoft.com/office/drawing/2014/main" id="{5ED5044F-DA66-CCCF-F8FF-D0B0A2A35C20}"/>
              </a:ext>
            </a:extLst>
          </p:cNvPr>
          <p:cNvSpPr txBox="1"/>
          <p:nvPr userDrawn="1"/>
        </p:nvSpPr>
        <p:spPr>
          <a:xfrm>
            <a:off x="1253073" y="416061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4" name="Picture Placeholder 12">
            <a:extLst>
              <a:ext uri="{FF2B5EF4-FFF2-40B4-BE49-F238E27FC236}">
                <a16:creationId xmlns:a16="http://schemas.microsoft.com/office/drawing/2014/main" id="{E2D19343-7255-2F95-2387-7B2A77AC872C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506680" y="195461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15" name="Picture Placeholder 12">
            <a:extLst>
              <a:ext uri="{FF2B5EF4-FFF2-40B4-BE49-F238E27FC236}">
                <a16:creationId xmlns:a16="http://schemas.microsoft.com/office/drawing/2014/main" id="{C5639264-4C08-14C0-5EAA-4B54BBD77CC3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507413" y="378460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55D376C-A397-BAA3-794F-734A171CF89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45300" y="5592666"/>
            <a:ext cx="4899600" cy="10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02269892"/>
      </p:ext>
    </p:extLst>
  </p:cSld>
  <p:clrMapOvr>
    <a:masterClrMapping/>
  </p:clrMapOvr>
</p:sldLayout>
</file>

<file path=ppt/slideLayouts/slideLayout9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itle and Content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Freeform 5">
            <a:extLst>
              <a:ext uri="{FF2B5EF4-FFF2-40B4-BE49-F238E27FC236}">
                <a16:creationId xmlns:a16="http://schemas.microsoft.com/office/drawing/2014/main" id="{12D7113B-933A-87DC-2827-200835A70467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F7AD42B-8CA5-7067-31FB-873777BAF525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838200" y="1825625"/>
            <a:ext cx="5960165" cy="372041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24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61C08C4-11BB-03D7-FDBC-F4C22D3072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7" name="TextBox 51">
            <a:extLst>
              <a:ext uri="{FF2B5EF4-FFF2-40B4-BE49-F238E27FC236}">
                <a16:creationId xmlns:a16="http://schemas.microsoft.com/office/drawing/2014/main" id="{B2C94A2B-5CBA-65E1-D969-743CFA31D871}"/>
              </a:ext>
            </a:extLst>
          </p:cNvPr>
          <p:cNvSpPr txBox="1"/>
          <p:nvPr userDrawn="1"/>
        </p:nvSpPr>
        <p:spPr>
          <a:xfrm>
            <a:off x="1253073" y="416061"/>
            <a:ext cx="9685854" cy="125906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00"/>
              </a:lnSpc>
            </a:pPr>
            <a:r>
              <a:rPr lang="en-US" sz="4400" b="1" dirty="0">
                <a:solidFill>
                  <a:schemeClr val="bg1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Heading</a:t>
            </a:r>
          </a:p>
          <a:p>
            <a:pPr algn="ctr">
              <a:lnSpc>
                <a:spcPts val="4700"/>
              </a:lnSpc>
            </a:pPr>
            <a:endParaRPr lang="en-US" sz="5000" b="1" dirty="0">
              <a:solidFill>
                <a:schemeClr val="bg1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</p:txBody>
      </p:sp>
      <p:sp>
        <p:nvSpPr>
          <p:cNvPr id="12" name="Picture Placeholder 12">
            <a:extLst>
              <a:ext uri="{FF2B5EF4-FFF2-40B4-BE49-F238E27FC236}">
                <a16:creationId xmlns:a16="http://schemas.microsoft.com/office/drawing/2014/main" id="{238D6B97-C674-1CB1-AA2D-B56D7FBAF211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8106671" y="2898430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E4638E86-E740-C676-FFF6-75FF28BEB49E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45300" y="5592666"/>
            <a:ext cx="4899600" cy="10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1677409"/>
      </p:ext>
    </p:extLst>
  </p:cSld>
  <p:clrMapOvr>
    <a:masterClrMapping/>
  </p:clrMapOvr>
</p:sldLayout>
</file>

<file path=ppt/slideLayouts/slideLayout9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ction Header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0B03928-0AAF-7A0F-1E3A-C3DA9FB3B97E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D43FF43-DFFA-F56E-2CB2-B0E348EF19C4}"/>
              </a:ext>
            </a:extLst>
          </p:cNvPr>
          <p:cNvSpPr>
            <a:spLocks noGrp="1"/>
          </p:cNvSpPr>
          <p:nvPr>
            <p:ph type="body" idx="1" hasCustomPrompt="1"/>
          </p:nvPr>
        </p:nvSpPr>
        <p:spPr>
          <a:xfrm>
            <a:off x="1037590" y="2372043"/>
            <a:ext cx="10515600" cy="1500187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4400" b="1">
                <a:solidFill>
                  <a:schemeClr val="bg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36B9-A37A-CCC4-B9F3-6B0A6ED6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0691250C-35D8-D91F-224F-8AAF9EAE8F7D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45300" y="5592666"/>
            <a:ext cx="4899600" cy="10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49842717"/>
      </p:ext>
    </p:extLst>
  </p:cSld>
  <p:clrMapOvr>
    <a:masterClrMapping/>
  </p:clrMapOvr>
</p:sldLayout>
</file>

<file path=ppt/slideLayouts/slideLayout9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Section Header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E0B03928-0AAF-7A0F-1E3A-C3DA9FB3B97E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75836B9-A37A-CCC4-B9F3-6B0A6ED67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070EC4EC-18ED-C693-DF01-A14A74205D2C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45300" y="5592666"/>
            <a:ext cx="4899600" cy="10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83375008"/>
      </p:ext>
    </p:extLst>
  </p:cSld>
  <p:clrMapOvr>
    <a:masterClrMapping/>
  </p:clrMapOvr>
</p:sldLayout>
</file>

<file path=ppt/slideLayouts/slideLayout9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wo Content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3D3A36EC-7E83-B680-DF43-96544959BA81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3D424-B68B-40D2-B009-762BE4A3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66585" y="6310065"/>
            <a:ext cx="2743200" cy="365125"/>
          </a:xfrm>
        </p:spPr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149CD5-5A8B-8B3B-2AB6-DFBA722546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3306420" y="4793531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4" name="Picture Placeholder 12">
            <a:extLst>
              <a:ext uri="{FF2B5EF4-FFF2-40B4-BE49-F238E27FC236}">
                <a16:creationId xmlns:a16="http://schemas.microsoft.com/office/drawing/2014/main" id="{9D5084AD-0E80-F248-5173-ABE67F8C818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5219702" y="2251488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8BFC138-1D33-0183-D7FD-A9270204789B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45300" y="5592666"/>
            <a:ext cx="4899600" cy="10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12592931"/>
      </p:ext>
    </p:extLst>
  </p:cSld>
  <p:clrMapOvr>
    <a:masterClrMapping/>
  </p:clrMapOvr>
</p:sldLayout>
</file>

<file path=ppt/slideLayouts/slideLayout9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wo Content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Freeform 5">
            <a:extLst>
              <a:ext uri="{FF2B5EF4-FFF2-40B4-BE49-F238E27FC236}">
                <a16:creationId xmlns:a16="http://schemas.microsoft.com/office/drawing/2014/main" id="{1415C307-E864-DC65-DA1A-65048EB60D25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B43D424-B68B-40D2-B009-762BE4A3777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>
          <a:xfrm>
            <a:off x="9203500" y="6280260"/>
            <a:ext cx="2743200" cy="365125"/>
          </a:xfrm>
        </p:spPr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9" name="Content Placeholder 2">
            <a:extLst>
              <a:ext uri="{FF2B5EF4-FFF2-40B4-BE49-F238E27FC236}">
                <a16:creationId xmlns:a16="http://schemas.microsoft.com/office/drawing/2014/main" id="{BD149CD5-5A8B-8B3B-2AB6-DFBA72254626}"/>
              </a:ext>
            </a:extLst>
          </p:cNvPr>
          <p:cNvSpPr>
            <a:spLocks noGrp="1"/>
          </p:cNvSpPr>
          <p:nvPr>
            <p:ph idx="1" hasCustomPrompt="1"/>
          </p:nvPr>
        </p:nvSpPr>
        <p:spPr>
          <a:xfrm>
            <a:off x="6096000" y="4793529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4" name="Content Placeholder 2">
            <a:extLst>
              <a:ext uri="{FF2B5EF4-FFF2-40B4-BE49-F238E27FC236}">
                <a16:creationId xmlns:a16="http://schemas.microsoft.com/office/drawing/2014/main" id="{F5018DB1-73FA-40C8-6ABF-2682A22D0B14}"/>
              </a:ext>
            </a:extLst>
          </p:cNvPr>
          <p:cNvSpPr>
            <a:spLocks noGrp="1"/>
          </p:cNvSpPr>
          <p:nvPr>
            <p:ph idx="13" hasCustomPrompt="1"/>
          </p:nvPr>
        </p:nvSpPr>
        <p:spPr>
          <a:xfrm>
            <a:off x="135835" y="4793530"/>
            <a:ext cx="5960165" cy="608275"/>
          </a:xfrm>
          <a:prstGeom prst="rect">
            <a:avLst/>
          </a:prstGeom>
        </p:spPr>
        <p:txBody>
          <a:bodyPr/>
          <a:lstStyle>
            <a:lvl1pPr marL="0" indent="0" algn="ctr">
              <a:buNone/>
              <a:defRPr sz="2400">
                <a:solidFill>
                  <a:schemeClr val="bg1"/>
                </a:solidFill>
                <a:latin typeface="Helvetica" pitchFamily="2" charset="0"/>
              </a:defRPr>
            </a:lvl1pPr>
          </a:lstStyle>
          <a:p>
            <a:pPr lvl="0"/>
            <a:r>
              <a:rPr lang="en-MM" dirty="0">
                <a:latin typeface="Helvetica" pitchFamily="2" charset="0"/>
              </a:rPr>
              <a:t>Text Here</a:t>
            </a:r>
            <a:endParaRPr lang="en-MM" dirty="0"/>
          </a:p>
        </p:txBody>
      </p:sp>
      <p:sp>
        <p:nvSpPr>
          <p:cNvPr id="11" name="Picture Placeholder 12">
            <a:extLst>
              <a:ext uri="{FF2B5EF4-FFF2-40B4-BE49-F238E27FC236}">
                <a16:creationId xmlns:a16="http://schemas.microsoft.com/office/drawing/2014/main" id="{24C7FBDE-1711-FF25-52AA-3695EBB3641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>
          <a:xfrm>
            <a:off x="2049117" y="2199171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sp>
        <p:nvSpPr>
          <p:cNvPr id="13" name="Picture Placeholder 12">
            <a:extLst>
              <a:ext uri="{FF2B5EF4-FFF2-40B4-BE49-F238E27FC236}">
                <a16:creationId xmlns:a16="http://schemas.microsoft.com/office/drawing/2014/main" id="{C9CB017B-98F6-D370-E5CB-08021A7D7CEE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>
          <a:xfrm>
            <a:off x="8009282" y="2251484"/>
            <a:ext cx="2133600" cy="1574800"/>
          </a:xfrm>
          <a:prstGeom prst="rect">
            <a:avLst/>
          </a:prstGeom>
        </p:spPr>
        <p:txBody>
          <a:bodyPr/>
          <a:lstStyle/>
          <a:p>
            <a:endParaRPr lang="en-MM" dirty="0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E9FD5A7-03CF-0EB5-A5C9-AE9BA3F7EF92}"/>
              </a:ext>
            </a:extLst>
          </p:cNvPr>
          <p:cNvPicPr>
            <a:picLocks noChangeAspect="1"/>
          </p:cNvPicPr>
          <p:nvPr userDrawn="1"/>
        </p:nvPicPr>
        <p:blipFill>
          <a:blip r:embed="rId4">
            <a:alphaModFix amt="50000"/>
          </a:blip>
          <a:stretch>
            <a:fillRect/>
          </a:stretch>
        </p:blipFill>
        <p:spPr>
          <a:xfrm>
            <a:off x="245300" y="5592666"/>
            <a:ext cx="4899600" cy="10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128262914"/>
      </p:ext>
    </p:extLst>
  </p:cSld>
  <p:clrMapOvr>
    <a:masterClrMapping/>
  </p:clrMapOvr>
</p:sldLayout>
</file>

<file path=ppt/slideLayouts/slideLayout9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2_Title Only">
    <p:bg>
      <p:bgPr>
        <a:solidFill>
          <a:srgbClr val="016773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5">
            <a:extLst>
              <a:ext uri="{FF2B5EF4-FFF2-40B4-BE49-F238E27FC236}">
                <a16:creationId xmlns:a16="http://schemas.microsoft.com/office/drawing/2014/main" id="{28BD3F57-4218-0B4C-C7AF-16D373B133C3}"/>
              </a:ext>
            </a:extLst>
          </p:cNvPr>
          <p:cNvSpPr/>
          <p:nvPr userDrawn="1"/>
        </p:nvSpPr>
        <p:spPr>
          <a:xfrm rot="-5376000" flipH="1">
            <a:off x="7573939" y="2322313"/>
            <a:ext cx="6869204" cy="2240050"/>
          </a:xfrm>
          <a:custGeom>
            <a:avLst/>
            <a:gdLst/>
            <a:ahLst/>
            <a:cxnLst/>
            <a:rect l="l" t="t" r="r" b="b"/>
            <a:pathLst>
              <a:path w="10313425" h="3892724">
                <a:moveTo>
                  <a:pt x="10313425" y="71816"/>
                </a:moveTo>
                <a:lnTo>
                  <a:pt x="26676" y="0"/>
                </a:lnTo>
                <a:lnTo>
                  <a:pt x="0" y="3820908"/>
                </a:lnTo>
                <a:lnTo>
                  <a:pt x="10286750" y="3892724"/>
                </a:lnTo>
                <a:lnTo>
                  <a:pt x="10313425" y="71816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 l="-207" t="-30073" r="-3754" b="-63423"/>
            </a:stretch>
          </a:blipFill>
        </p:spPr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5659A72F-EF05-5765-60E4-07303921723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‹#›</a:t>
            </a:fld>
            <a:endParaRPr lang="en-MM"/>
          </a:p>
        </p:txBody>
      </p:sp>
      <p:sp>
        <p:nvSpPr>
          <p:cNvPr id="4" name="TextBox 2">
            <a:extLst>
              <a:ext uri="{FF2B5EF4-FFF2-40B4-BE49-F238E27FC236}">
                <a16:creationId xmlns:a16="http://schemas.microsoft.com/office/drawing/2014/main" id="{F8370CE2-2625-4FE2-FB21-0D7ED595FAC0}"/>
              </a:ext>
            </a:extLst>
          </p:cNvPr>
          <p:cNvSpPr txBox="1"/>
          <p:nvPr userDrawn="1"/>
        </p:nvSpPr>
        <p:spPr>
          <a:xfrm>
            <a:off x="2819830" y="601276"/>
            <a:ext cx="6094289" cy="82137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650"/>
              </a:lnSpc>
            </a:pPr>
            <a:r>
              <a:rPr lang="en-US" sz="4400" b="1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Thank You </a:t>
            </a:r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804B57FF-CFFC-5263-9E9F-50866DCF12C0}"/>
              </a:ext>
            </a:extLst>
          </p:cNvPr>
          <p:cNvSpPr txBox="1"/>
          <p:nvPr userDrawn="1"/>
        </p:nvSpPr>
        <p:spPr>
          <a:xfrm>
            <a:off x="2023089" y="2003445"/>
            <a:ext cx="7772532" cy="175704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4480"/>
              </a:lnSpc>
            </a:pPr>
            <a:r>
              <a:rPr lang="en-US" sz="3200" b="1" spc="64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Name. : </a:t>
            </a:r>
          </a:p>
          <a:p>
            <a:pPr algn="l">
              <a:lnSpc>
                <a:spcPts val="4480"/>
              </a:lnSpc>
            </a:pPr>
            <a:endParaRPr lang="en-US" sz="3200" b="1" spc="64" dirty="0">
              <a:solidFill>
                <a:srgbClr val="FFFFFF"/>
              </a:solidFill>
              <a:latin typeface="Helvetica World Bold"/>
              <a:ea typeface="Helvetica World Bold"/>
              <a:cs typeface="Helvetica World Bold"/>
              <a:sym typeface="Helvetica World Bold"/>
            </a:endParaRPr>
          </a:p>
          <a:p>
            <a:pPr algn="l">
              <a:lnSpc>
                <a:spcPts val="4480"/>
              </a:lnSpc>
            </a:pPr>
            <a:r>
              <a:rPr lang="en-US" sz="3200" b="1" spc="64" dirty="0">
                <a:solidFill>
                  <a:srgbClr val="FFFFFF"/>
                </a:solidFill>
                <a:latin typeface="Helvetica World Bold"/>
                <a:ea typeface="Helvetica World Bold"/>
                <a:cs typeface="Helvetica World Bold"/>
                <a:sym typeface="Helvetica World Bold"/>
              </a:rPr>
              <a:t>Title : </a:t>
            </a:r>
          </a:p>
        </p:txBody>
      </p:sp>
      <p:sp>
        <p:nvSpPr>
          <p:cNvPr id="7" name="Freeform 7">
            <a:extLst>
              <a:ext uri="{FF2B5EF4-FFF2-40B4-BE49-F238E27FC236}">
                <a16:creationId xmlns:a16="http://schemas.microsoft.com/office/drawing/2014/main" id="{EF6B89D7-D6DB-437B-6761-4B438B5C5405}"/>
              </a:ext>
            </a:extLst>
          </p:cNvPr>
          <p:cNvSpPr/>
          <p:nvPr userDrawn="1"/>
        </p:nvSpPr>
        <p:spPr>
          <a:xfrm>
            <a:off x="632994" y="4407297"/>
            <a:ext cx="460840" cy="460840"/>
          </a:xfrm>
          <a:custGeom>
            <a:avLst/>
            <a:gdLst/>
            <a:ahLst/>
            <a:cxnLst/>
            <a:rect l="l" t="t" r="r" b="b"/>
            <a:pathLst>
              <a:path w="460840" h="460840">
                <a:moveTo>
                  <a:pt x="0" y="0"/>
                </a:moveTo>
                <a:lnTo>
                  <a:pt x="460840" y="0"/>
                </a:lnTo>
                <a:lnTo>
                  <a:pt x="460840" y="460841"/>
                </a:lnTo>
                <a:lnTo>
                  <a:pt x="0" y="460841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6AFB9946-4C7E-4E50-B94E-3D37B10FE2F9}"/>
              </a:ext>
            </a:extLst>
          </p:cNvPr>
          <p:cNvSpPr txBox="1"/>
          <p:nvPr userDrawn="1"/>
        </p:nvSpPr>
        <p:spPr>
          <a:xfrm>
            <a:off x="1392503" y="4446158"/>
            <a:ext cx="4838585" cy="3831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0" lvl="0" indent="0" algn="l">
              <a:lnSpc>
                <a:spcPts val="3135"/>
              </a:lnSpc>
            </a:pPr>
            <a:r>
              <a:rPr lang="en-US" sz="2400" spc="55" dirty="0">
                <a:solidFill>
                  <a:srgbClr val="FFFFFF"/>
                </a:solidFill>
                <a:latin typeface="Helvetica World"/>
                <a:ea typeface="Helvetica World"/>
                <a:cs typeface="Helvetica World"/>
                <a:sym typeface="Helvetica World"/>
              </a:rPr>
              <a:t>+123-456-7890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590BF07D-F47B-A892-A7BF-7519FE1971D0}"/>
              </a:ext>
            </a:extLst>
          </p:cNvPr>
          <p:cNvPicPr>
            <a:picLocks noChangeAspect="1"/>
          </p:cNvPicPr>
          <p:nvPr userDrawn="1"/>
        </p:nvPicPr>
        <p:blipFill>
          <a:blip r:embed="rId6">
            <a:alphaModFix/>
          </a:blip>
          <a:stretch>
            <a:fillRect/>
          </a:stretch>
        </p:blipFill>
        <p:spPr>
          <a:xfrm>
            <a:off x="245300" y="5592666"/>
            <a:ext cx="4899600" cy="108252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1306408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13.xml"/><Relationship Id="rId18" Type="http://schemas.openxmlformats.org/officeDocument/2006/relationships/slideLayout" Target="../slideLayouts/slideLayout18.xml"/><Relationship Id="rId26" Type="http://schemas.openxmlformats.org/officeDocument/2006/relationships/slideLayout" Target="../slideLayouts/slideLayout26.xml"/><Relationship Id="rId39" Type="http://schemas.openxmlformats.org/officeDocument/2006/relationships/slideLayout" Target="../slideLayouts/slideLayout39.xml"/><Relationship Id="rId21" Type="http://schemas.openxmlformats.org/officeDocument/2006/relationships/slideLayout" Target="../slideLayouts/slideLayout21.xml"/><Relationship Id="rId34" Type="http://schemas.openxmlformats.org/officeDocument/2006/relationships/slideLayout" Target="../slideLayouts/slideLayout34.xml"/><Relationship Id="rId42" Type="http://schemas.openxmlformats.org/officeDocument/2006/relationships/slideLayout" Target="../slideLayouts/slideLayout42.xml"/><Relationship Id="rId47" Type="http://schemas.openxmlformats.org/officeDocument/2006/relationships/slideLayout" Target="../slideLayouts/slideLayout47.xml"/><Relationship Id="rId50" Type="http://schemas.openxmlformats.org/officeDocument/2006/relationships/slideLayout" Target="../slideLayouts/slideLayout50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9" Type="http://schemas.openxmlformats.org/officeDocument/2006/relationships/slideLayout" Target="../slideLayouts/slideLayout29.xml"/><Relationship Id="rId11" Type="http://schemas.openxmlformats.org/officeDocument/2006/relationships/slideLayout" Target="../slideLayouts/slideLayout11.xml"/><Relationship Id="rId24" Type="http://schemas.openxmlformats.org/officeDocument/2006/relationships/slideLayout" Target="../slideLayouts/slideLayout24.xml"/><Relationship Id="rId32" Type="http://schemas.openxmlformats.org/officeDocument/2006/relationships/slideLayout" Target="../slideLayouts/slideLayout32.xml"/><Relationship Id="rId37" Type="http://schemas.openxmlformats.org/officeDocument/2006/relationships/slideLayout" Target="../slideLayouts/slideLayout37.xml"/><Relationship Id="rId40" Type="http://schemas.openxmlformats.org/officeDocument/2006/relationships/slideLayout" Target="../slideLayouts/slideLayout40.xml"/><Relationship Id="rId45" Type="http://schemas.openxmlformats.org/officeDocument/2006/relationships/slideLayout" Target="../slideLayouts/slideLayout45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23" Type="http://schemas.openxmlformats.org/officeDocument/2006/relationships/slideLayout" Target="../slideLayouts/slideLayout23.xml"/><Relationship Id="rId28" Type="http://schemas.openxmlformats.org/officeDocument/2006/relationships/slideLayout" Target="../slideLayouts/slideLayout28.xml"/><Relationship Id="rId36" Type="http://schemas.openxmlformats.org/officeDocument/2006/relationships/slideLayout" Target="../slideLayouts/slideLayout36.xml"/><Relationship Id="rId49" Type="http://schemas.openxmlformats.org/officeDocument/2006/relationships/slideLayout" Target="../slideLayouts/slideLayout49.xml"/><Relationship Id="rId10" Type="http://schemas.openxmlformats.org/officeDocument/2006/relationships/slideLayout" Target="../slideLayouts/slideLayout10.xml"/><Relationship Id="rId19" Type="http://schemas.openxmlformats.org/officeDocument/2006/relationships/slideLayout" Target="../slideLayouts/slideLayout19.xml"/><Relationship Id="rId31" Type="http://schemas.openxmlformats.org/officeDocument/2006/relationships/slideLayout" Target="../slideLayouts/slideLayout31.xml"/><Relationship Id="rId44" Type="http://schemas.openxmlformats.org/officeDocument/2006/relationships/slideLayout" Target="../slideLayouts/slideLayout44.xml"/><Relationship Id="rId52" Type="http://schemas.openxmlformats.org/officeDocument/2006/relationships/theme" Target="../theme/theme1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slideLayout" Target="../slideLayouts/slideLayout22.xml"/><Relationship Id="rId27" Type="http://schemas.openxmlformats.org/officeDocument/2006/relationships/slideLayout" Target="../slideLayouts/slideLayout27.xml"/><Relationship Id="rId30" Type="http://schemas.openxmlformats.org/officeDocument/2006/relationships/slideLayout" Target="../slideLayouts/slideLayout30.xml"/><Relationship Id="rId35" Type="http://schemas.openxmlformats.org/officeDocument/2006/relationships/slideLayout" Target="../slideLayouts/slideLayout35.xml"/><Relationship Id="rId43" Type="http://schemas.openxmlformats.org/officeDocument/2006/relationships/slideLayout" Target="../slideLayouts/slideLayout43.xml"/><Relationship Id="rId48" Type="http://schemas.openxmlformats.org/officeDocument/2006/relationships/slideLayout" Target="../slideLayouts/slideLayout48.xml"/><Relationship Id="rId8" Type="http://schemas.openxmlformats.org/officeDocument/2006/relationships/slideLayout" Target="../slideLayouts/slideLayout8.xml"/><Relationship Id="rId51" Type="http://schemas.openxmlformats.org/officeDocument/2006/relationships/slideLayout" Target="../slideLayouts/slideLayout51.xml"/><Relationship Id="rId3" Type="http://schemas.openxmlformats.org/officeDocument/2006/relationships/slideLayout" Target="../slideLayouts/slideLayout3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5" Type="http://schemas.openxmlformats.org/officeDocument/2006/relationships/slideLayout" Target="../slideLayouts/slideLayout25.xml"/><Relationship Id="rId33" Type="http://schemas.openxmlformats.org/officeDocument/2006/relationships/slideLayout" Target="../slideLayouts/slideLayout33.xml"/><Relationship Id="rId38" Type="http://schemas.openxmlformats.org/officeDocument/2006/relationships/slideLayout" Target="../slideLayouts/slideLayout38.xml"/><Relationship Id="rId46" Type="http://schemas.openxmlformats.org/officeDocument/2006/relationships/slideLayout" Target="../slideLayouts/slideLayout46.xml"/><Relationship Id="rId20" Type="http://schemas.openxmlformats.org/officeDocument/2006/relationships/slideLayout" Target="../slideLayouts/slideLayout20.xml"/><Relationship Id="rId41" Type="http://schemas.openxmlformats.org/officeDocument/2006/relationships/slideLayout" Target="../slideLayouts/slideLayout4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/Relationships>
</file>

<file path=ppt/slideMasters/_rels/slideMaster2.xml.rels><?xml version="1.0" encoding="UTF-8" standalone="yes"?>
<Relationships xmlns="http://schemas.openxmlformats.org/package/2006/relationships"><Relationship Id="rId13" Type="http://schemas.openxmlformats.org/officeDocument/2006/relationships/slideLayout" Target="../slideLayouts/slideLayout64.xml"/><Relationship Id="rId18" Type="http://schemas.openxmlformats.org/officeDocument/2006/relationships/slideLayout" Target="../slideLayouts/slideLayout69.xml"/><Relationship Id="rId26" Type="http://schemas.openxmlformats.org/officeDocument/2006/relationships/slideLayout" Target="../slideLayouts/slideLayout77.xml"/><Relationship Id="rId39" Type="http://schemas.openxmlformats.org/officeDocument/2006/relationships/slideLayout" Target="../slideLayouts/slideLayout90.xml"/><Relationship Id="rId21" Type="http://schemas.openxmlformats.org/officeDocument/2006/relationships/slideLayout" Target="../slideLayouts/slideLayout72.xml"/><Relationship Id="rId34" Type="http://schemas.openxmlformats.org/officeDocument/2006/relationships/slideLayout" Target="../slideLayouts/slideLayout85.xml"/><Relationship Id="rId42" Type="http://schemas.openxmlformats.org/officeDocument/2006/relationships/slideLayout" Target="../slideLayouts/slideLayout93.xml"/><Relationship Id="rId7" Type="http://schemas.openxmlformats.org/officeDocument/2006/relationships/slideLayout" Target="../slideLayouts/slideLayout58.xml"/><Relationship Id="rId2" Type="http://schemas.openxmlformats.org/officeDocument/2006/relationships/slideLayout" Target="../slideLayouts/slideLayout53.xml"/><Relationship Id="rId16" Type="http://schemas.openxmlformats.org/officeDocument/2006/relationships/slideLayout" Target="../slideLayouts/slideLayout67.xml"/><Relationship Id="rId29" Type="http://schemas.openxmlformats.org/officeDocument/2006/relationships/slideLayout" Target="../slideLayouts/slideLayout80.xml"/><Relationship Id="rId1" Type="http://schemas.openxmlformats.org/officeDocument/2006/relationships/slideLayout" Target="../slideLayouts/slideLayout52.xml"/><Relationship Id="rId6" Type="http://schemas.openxmlformats.org/officeDocument/2006/relationships/slideLayout" Target="../slideLayouts/slideLayout57.xml"/><Relationship Id="rId11" Type="http://schemas.openxmlformats.org/officeDocument/2006/relationships/slideLayout" Target="../slideLayouts/slideLayout62.xml"/><Relationship Id="rId24" Type="http://schemas.openxmlformats.org/officeDocument/2006/relationships/slideLayout" Target="../slideLayouts/slideLayout75.xml"/><Relationship Id="rId32" Type="http://schemas.openxmlformats.org/officeDocument/2006/relationships/slideLayout" Target="../slideLayouts/slideLayout83.xml"/><Relationship Id="rId37" Type="http://schemas.openxmlformats.org/officeDocument/2006/relationships/slideLayout" Target="../slideLayouts/slideLayout88.xml"/><Relationship Id="rId40" Type="http://schemas.openxmlformats.org/officeDocument/2006/relationships/slideLayout" Target="../slideLayouts/slideLayout91.xml"/><Relationship Id="rId45" Type="http://schemas.openxmlformats.org/officeDocument/2006/relationships/theme" Target="../theme/theme2.xml"/><Relationship Id="rId5" Type="http://schemas.openxmlformats.org/officeDocument/2006/relationships/slideLayout" Target="../slideLayouts/slideLayout56.xml"/><Relationship Id="rId15" Type="http://schemas.openxmlformats.org/officeDocument/2006/relationships/slideLayout" Target="../slideLayouts/slideLayout66.xml"/><Relationship Id="rId23" Type="http://schemas.openxmlformats.org/officeDocument/2006/relationships/slideLayout" Target="../slideLayouts/slideLayout74.xml"/><Relationship Id="rId28" Type="http://schemas.openxmlformats.org/officeDocument/2006/relationships/slideLayout" Target="../slideLayouts/slideLayout79.xml"/><Relationship Id="rId36" Type="http://schemas.openxmlformats.org/officeDocument/2006/relationships/slideLayout" Target="../slideLayouts/slideLayout87.xml"/><Relationship Id="rId10" Type="http://schemas.openxmlformats.org/officeDocument/2006/relationships/slideLayout" Target="../slideLayouts/slideLayout61.xml"/><Relationship Id="rId19" Type="http://schemas.openxmlformats.org/officeDocument/2006/relationships/slideLayout" Target="../slideLayouts/slideLayout70.xml"/><Relationship Id="rId31" Type="http://schemas.openxmlformats.org/officeDocument/2006/relationships/slideLayout" Target="../slideLayouts/slideLayout82.xml"/><Relationship Id="rId44" Type="http://schemas.openxmlformats.org/officeDocument/2006/relationships/slideLayout" Target="../slideLayouts/slideLayout95.xml"/><Relationship Id="rId4" Type="http://schemas.openxmlformats.org/officeDocument/2006/relationships/slideLayout" Target="../slideLayouts/slideLayout55.xml"/><Relationship Id="rId9" Type="http://schemas.openxmlformats.org/officeDocument/2006/relationships/slideLayout" Target="../slideLayouts/slideLayout60.xml"/><Relationship Id="rId14" Type="http://schemas.openxmlformats.org/officeDocument/2006/relationships/slideLayout" Target="../slideLayouts/slideLayout65.xml"/><Relationship Id="rId22" Type="http://schemas.openxmlformats.org/officeDocument/2006/relationships/slideLayout" Target="../slideLayouts/slideLayout73.xml"/><Relationship Id="rId27" Type="http://schemas.openxmlformats.org/officeDocument/2006/relationships/slideLayout" Target="../slideLayouts/slideLayout78.xml"/><Relationship Id="rId30" Type="http://schemas.openxmlformats.org/officeDocument/2006/relationships/slideLayout" Target="../slideLayouts/slideLayout81.xml"/><Relationship Id="rId35" Type="http://schemas.openxmlformats.org/officeDocument/2006/relationships/slideLayout" Target="../slideLayouts/slideLayout86.xml"/><Relationship Id="rId43" Type="http://schemas.openxmlformats.org/officeDocument/2006/relationships/slideLayout" Target="../slideLayouts/slideLayout94.xml"/><Relationship Id="rId8" Type="http://schemas.openxmlformats.org/officeDocument/2006/relationships/slideLayout" Target="../slideLayouts/slideLayout59.xml"/><Relationship Id="rId3" Type="http://schemas.openxmlformats.org/officeDocument/2006/relationships/slideLayout" Target="../slideLayouts/slideLayout54.xml"/><Relationship Id="rId12" Type="http://schemas.openxmlformats.org/officeDocument/2006/relationships/slideLayout" Target="../slideLayouts/slideLayout63.xml"/><Relationship Id="rId17" Type="http://schemas.openxmlformats.org/officeDocument/2006/relationships/slideLayout" Target="../slideLayouts/slideLayout68.xml"/><Relationship Id="rId25" Type="http://schemas.openxmlformats.org/officeDocument/2006/relationships/slideLayout" Target="../slideLayouts/slideLayout76.xml"/><Relationship Id="rId33" Type="http://schemas.openxmlformats.org/officeDocument/2006/relationships/slideLayout" Target="../slideLayouts/slideLayout84.xml"/><Relationship Id="rId38" Type="http://schemas.openxmlformats.org/officeDocument/2006/relationships/slideLayout" Target="../slideLayouts/slideLayout89.xml"/><Relationship Id="rId20" Type="http://schemas.openxmlformats.org/officeDocument/2006/relationships/slideLayout" Target="../slideLayouts/slideLayout71.xml"/><Relationship Id="rId41" Type="http://schemas.openxmlformats.org/officeDocument/2006/relationships/slideLayout" Target="../slideLayouts/slideLayout92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C408DB9-1E8E-66D3-F6D0-F805E3EC4C5D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fld id="{A210754A-374F-5E4C-AB53-D09FE98C6C9C}" type="slidenum">
              <a:rPr lang="en-MM" smtClean="0"/>
              <a:pPr/>
              <a:t>‹#›</a:t>
            </a:fld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7913208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0" r:id="rId2"/>
    <p:sldLayoutId id="2147483661" r:id="rId3"/>
    <p:sldLayoutId id="2147483662" r:id="rId4"/>
    <p:sldLayoutId id="2147483663" r:id="rId5"/>
    <p:sldLayoutId id="2147483664" r:id="rId6"/>
    <p:sldLayoutId id="2147483665" r:id="rId7"/>
    <p:sldLayoutId id="2147483666" r:id="rId8"/>
    <p:sldLayoutId id="2147483667" r:id="rId9"/>
    <p:sldLayoutId id="2147483754" r:id="rId10"/>
    <p:sldLayoutId id="2147483753" r:id="rId11"/>
    <p:sldLayoutId id="2147483752" r:id="rId12"/>
    <p:sldLayoutId id="2147483668" r:id="rId13"/>
    <p:sldLayoutId id="2147483669" r:id="rId14"/>
    <p:sldLayoutId id="2147483670" r:id="rId15"/>
    <p:sldLayoutId id="2147483671" r:id="rId16"/>
    <p:sldLayoutId id="2147483672" r:id="rId17"/>
    <p:sldLayoutId id="2147483673" r:id="rId18"/>
    <p:sldLayoutId id="2147483674" r:id="rId19"/>
    <p:sldLayoutId id="2147483675" r:id="rId20"/>
    <p:sldLayoutId id="2147483676" r:id="rId21"/>
    <p:sldLayoutId id="2147483677" r:id="rId22"/>
    <p:sldLayoutId id="2147483678" r:id="rId23"/>
    <p:sldLayoutId id="2147483679" r:id="rId24"/>
    <p:sldLayoutId id="2147483680" r:id="rId25"/>
    <p:sldLayoutId id="2147483681" r:id="rId26"/>
    <p:sldLayoutId id="2147483682" r:id="rId27"/>
    <p:sldLayoutId id="2147483683" r:id="rId28"/>
    <p:sldLayoutId id="2147483684" r:id="rId29"/>
    <p:sldLayoutId id="2147483685" r:id="rId30"/>
    <p:sldLayoutId id="2147483686" r:id="rId31"/>
    <p:sldLayoutId id="2147483687" r:id="rId32"/>
    <p:sldLayoutId id="2147483688" r:id="rId33"/>
    <p:sldLayoutId id="2147483689" r:id="rId34"/>
    <p:sldLayoutId id="2147483690" r:id="rId35"/>
    <p:sldLayoutId id="2147483691" r:id="rId36"/>
    <p:sldLayoutId id="2147483692" r:id="rId37"/>
    <p:sldLayoutId id="2147483693" r:id="rId38"/>
    <p:sldLayoutId id="2147483694" r:id="rId39"/>
    <p:sldLayoutId id="2147483695" r:id="rId40"/>
    <p:sldLayoutId id="2147483696" r:id="rId41"/>
    <p:sldLayoutId id="2147483697" r:id="rId42"/>
    <p:sldLayoutId id="2147483698" r:id="rId43"/>
    <p:sldLayoutId id="2147483699" r:id="rId44"/>
    <p:sldLayoutId id="2147483700" r:id="rId45"/>
    <p:sldLayoutId id="2147483701" r:id="rId46"/>
    <p:sldLayoutId id="2147483702" r:id="rId47"/>
    <p:sldLayoutId id="2147483703" r:id="rId48"/>
    <p:sldLayoutId id="2147483704" r:id="rId49"/>
    <p:sldLayoutId id="2147483705" r:id="rId50"/>
    <p:sldLayoutId id="2147483706" r:id="rId5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321CDF5-83B1-9D49-766A-3C2AFA00412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rgbClr val="002060"/>
                </a:solidFill>
                <a:latin typeface="Helvetica" pitchFamily="2" charset="0"/>
              </a:defRPr>
            </a:lvl1pPr>
          </a:lstStyle>
          <a:p>
            <a:fld id="{643ADF76-084E-A24A-8150-1D058CC33809}" type="slidenum">
              <a:rPr lang="en-MM" smtClean="0"/>
              <a:pPr/>
              <a:t>‹#›</a:t>
            </a:fld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0739701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08" r:id="rId1"/>
    <p:sldLayoutId id="2147483709" r:id="rId2"/>
    <p:sldLayoutId id="2147483710" r:id="rId3"/>
    <p:sldLayoutId id="2147483711" r:id="rId4"/>
    <p:sldLayoutId id="2147483712" r:id="rId5"/>
    <p:sldLayoutId id="2147483713" r:id="rId6"/>
    <p:sldLayoutId id="2147483714" r:id="rId7"/>
    <p:sldLayoutId id="2147483715" r:id="rId8"/>
    <p:sldLayoutId id="2147483716" r:id="rId9"/>
    <p:sldLayoutId id="2147483717" r:id="rId10"/>
    <p:sldLayoutId id="2147483718" r:id="rId11"/>
    <p:sldLayoutId id="2147483719" r:id="rId12"/>
    <p:sldLayoutId id="2147483720" r:id="rId13"/>
    <p:sldLayoutId id="2147483721" r:id="rId14"/>
    <p:sldLayoutId id="2147483722" r:id="rId15"/>
    <p:sldLayoutId id="2147483723" r:id="rId16"/>
    <p:sldLayoutId id="2147483724" r:id="rId17"/>
    <p:sldLayoutId id="2147483725" r:id="rId18"/>
    <p:sldLayoutId id="2147483726" r:id="rId19"/>
    <p:sldLayoutId id="2147483727" r:id="rId20"/>
    <p:sldLayoutId id="2147483728" r:id="rId21"/>
    <p:sldLayoutId id="2147483729" r:id="rId22"/>
    <p:sldLayoutId id="2147483730" r:id="rId23"/>
    <p:sldLayoutId id="2147483731" r:id="rId24"/>
    <p:sldLayoutId id="2147483732" r:id="rId25"/>
    <p:sldLayoutId id="2147483733" r:id="rId26"/>
    <p:sldLayoutId id="2147483734" r:id="rId27"/>
    <p:sldLayoutId id="2147483735" r:id="rId28"/>
    <p:sldLayoutId id="2147483736" r:id="rId29"/>
    <p:sldLayoutId id="2147483737" r:id="rId30"/>
    <p:sldLayoutId id="2147483738" r:id="rId31"/>
    <p:sldLayoutId id="2147483739" r:id="rId32"/>
    <p:sldLayoutId id="2147483740" r:id="rId33"/>
    <p:sldLayoutId id="2147483741" r:id="rId34"/>
    <p:sldLayoutId id="2147483742" r:id="rId35"/>
    <p:sldLayoutId id="2147483743" r:id="rId36"/>
    <p:sldLayoutId id="2147483744" r:id="rId37"/>
    <p:sldLayoutId id="2147483745" r:id="rId38"/>
    <p:sldLayoutId id="2147483746" r:id="rId39"/>
    <p:sldLayoutId id="2147483747" r:id="rId40"/>
    <p:sldLayoutId id="2147483748" r:id="rId41"/>
    <p:sldLayoutId id="2147483749" r:id="rId42"/>
    <p:sldLayoutId id="2147483750" r:id="rId43"/>
    <p:sldLayoutId id="2147483751" r:id="rId44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MM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5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6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7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8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9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0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1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3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4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5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6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8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9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0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1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2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3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4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5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6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8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9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1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2.xml"/></Relationships>
</file>

<file path=ppt/slides/_rels/slide5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3.xml"/></Relationships>
</file>

<file path=ppt/slides/_rels/slide5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4.xml"/></Relationships>
</file>

<file path=ppt/slides/_rels/slide5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5.xml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6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7.xml"/></Relationships>
</file>

<file path=ppt/slides/_rels/slide5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8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9.xml"/></Relationships>
</file>

<file path=ppt/slides/_rels/slide6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0.xml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1.xml"/></Relationships>
</file>

<file path=ppt/slides/_rels/slide6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2.xml"/></Relationships>
</file>

<file path=ppt/slides/_rels/slide6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3.xml"/></Relationships>
</file>

<file path=ppt/slides/_rels/slide6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4.xml"/></Relationships>
</file>

<file path=ppt/slides/_rels/slide6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5.xml"/></Relationships>
</file>

<file path=ppt/slides/_rels/slide6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6.xml"/></Relationships>
</file>

<file path=ppt/slides/_rels/slide6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7.xml"/></Relationships>
</file>

<file path=ppt/slides/_rels/slide6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8.xml"/></Relationships>
</file>

<file path=ppt/slides/_rels/slide7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9.xml"/></Relationships>
</file>

<file path=ppt/slides/_rels/slide7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0.xml"/></Relationships>
</file>

<file path=ppt/slides/_rels/slide7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1.xml"/></Relationships>
</file>

<file path=ppt/slides/_rels/slide7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2.xml"/></Relationships>
</file>

<file path=ppt/slides/_rels/slide7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3.xml"/></Relationships>
</file>

<file path=ppt/slides/_rels/slide7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4.xml"/></Relationships>
</file>

<file path=ppt/slides/_rels/slide7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5.xml"/></Relationships>
</file>

<file path=ppt/slides/_rels/slide7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6.xml"/></Relationships>
</file>

<file path=ppt/slides/_rels/slide7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7.xml"/></Relationships>
</file>

<file path=ppt/slides/_rels/slide7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8.xml"/></Relationships>
</file>

<file path=ppt/slides/_rels/slide8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9.xml"/></Relationships>
</file>

<file path=ppt/slides/_rels/slide8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0.xml"/></Relationships>
</file>

<file path=ppt/slides/_rels/slide8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1.xml"/></Relationships>
</file>

<file path=ppt/slides/_rels/slide8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2.xml"/></Relationships>
</file>

<file path=ppt/slides/_rels/slide8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3.xml"/></Relationships>
</file>

<file path=ppt/slides/_rels/slide8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4.xml"/></Relationships>
</file>

<file path=ppt/slides/_rels/slide8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5.xml"/></Relationships>
</file>

<file path=ppt/slides/_rels/slide8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6.xml"/></Relationships>
</file>

<file path=ppt/slides/_rels/slide8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7.xml"/></Relationships>
</file>

<file path=ppt/slides/_rels/slide8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8.xml"/></Relationships>
</file>

<file path=ppt/slides/_rels/slide9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89.xml"/></Relationships>
</file>

<file path=ppt/slides/_rels/slide9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0.xml"/></Relationships>
</file>

<file path=ppt/slides/_rels/slide9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1.xml"/></Relationships>
</file>

<file path=ppt/slides/_rels/slide9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2.xml"/></Relationships>
</file>

<file path=ppt/slides/_rels/slide9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3.xml"/></Relationships>
</file>

<file path=ppt/slides/_rels/slide9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4.xml"/></Relationships>
</file>

<file path=ppt/slides/_rels/slide9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Number Placeholder 1">
            <a:extLst>
              <a:ext uri="{FF2B5EF4-FFF2-40B4-BE49-F238E27FC236}">
                <a16:creationId xmlns:a16="http://schemas.microsoft.com/office/drawing/2014/main" id="{0D869E80-91D1-890A-1618-C9C3E59FE59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4540457-0002-5948-91C5-AA90B2F21291}" type="slidenum">
              <a:rPr lang="en-MM" smtClean="0"/>
              <a:t>1</a:t>
            </a:fld>
            <a:endParaRPr lang="en-MM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837180C-79FD-9A19-6F7A-55B10AA8E25B}"/>
              </a:ext>
            </a:extLst>
          </p:cNvPr>
          <p:cNvSpPr txBox="1"/>
          <p:nvPr/>
        </p:nvSpPr>
        <p:spPr>
          <a:xfrm>
            <a:off x="1845734" y="224700"/>
            <a:ext cx="9516533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MM" sz="4400" dirty="0">
                <a:latin typeface="Helvetica" pitchFamily="2" charset="0"/>
              </a:rPr>
              <a:t>PowerPoint Preparation Guideline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C0D933D-94AB-5265-23D5-FDAED508D9F3}"/>
              </a:ext>
            </a:extLst>
          </p:cNvPr>
          <p:cNvSpPr txBox="1"/>
          <p:nvPr/>
        </p:nvSpPr>
        <p:spPr>
          <a:xfrm>
            <a:off x="275330" y="1405467"/>
            <a:ext cx="11459471" cy="504753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64" indent="-285764">
              <a:buFont typeface="Wingdings" pitchFamily="2" charset="2"/>
              <a:buChar char="Ø"/>
            </a:pPr>
            <a:r>
              <a:rPr lang="en-MM" sz="1400" dirty="0">
                <a:latin typeface="Helvetica" pitchFamily="2" charset="0"/>
              </a:rPr>
              <a:t>Font style (all) – Helvetica</a:t>
            </a:r>
          </a:p>
          <a:p>
            <a:pPr marL="285764" indent="-285764">
              <a:buFont typeface="Wingdings" pitchFamily="2" charset="2"/>
              <a:buChar char="Ø"/>
            </a:pPr>
            <a:r>
              <a:rPr lang="en-MM" sz="1400" dirty="0">
                <a:latin typeface="Helvetica" pitchFamily="2" charset="0"/>
              </a:rPr>
              <a:t>Font size  –	1. Title Slide – Heading – 72</a:t>
            </a:r>
          </a:p>
          <a:p>
            <a:pPr lvl="4"/>
            <a:r>
              <a:rPr lang="en-MM" sz="1400" dirty="0">
                <a:latin typeface="Helvetica" pitchFamily="2" charset="0"/>
              </a:rPr>
              <a:t>		Subheading- 44</a:t>
            </a:r>
          </a:p>
          <a:p>
            <a:pPr lvl="4"/>
            <a:r>
              <a:rPr lang="en-MM" sz="1400" dirty="0">
                <a:latin typeface="Helvetica" pitchFamily="2" charset="0"/>
              </a:rPr>
              <a:t>	Contact Information-32</a:t>
            </a:r>
          </a:p>
          <a:p>
            <a:pPr lvl="4"/>
            <a:r>
              <a:rPr lang="en-MM" sz="1400" dirty="0">
                <a:latin typeface="Helvetica" pitchFamily="2" charset="0"/>
              </a:rPr>
              <a:t>	Date &amp; Slide number-12</a:t>
            </a:r>
          </a:p>
          <a:p>
            <a:pPr lvl="4"/>
            <a:r>
              <a:rPr lang="en-MM" sz="1400" dirty="0">
                <a:latin typeface="Helvetica" pitchFamily="2" charset="0"/>
              </a:rPr>
              <a:t>2. End Slide – Heading/Thank You- 44</a:t>
            </a:r>
          </a:p>
          <a:p>
            <a:pPr lvl="4"/>
            <a:r>
              <a:rPr lang="en-MM" sz="1400" dirty="0">
                <a:latin typeface="Helvetica" pitchFamily="2" charset="0"/>
              </a:rPr>
              <a:t>	Contact Person Te32</a:t>
            </a:r>
          </a:p>
          <a:p>
            <a:pPr lvl="4"/>
            <a:r>
              <a:rPr lang="en-MM" sz="1400" dirty="0">
                <a:latin typeface="Helvetica" pitchFamily="2" charset="0"/>
              </a:rPr>
              <a:t>	Phone number/Email- 24</a:t>
            </a:r>
          </a:p>
          <a:p>
            <a:pPr lvl="4"/>
            <a:r>
              <a:rPr lang="en-MM" sz="1400" dirty="0">
                <a:latin typeface="Helvetica" pitchFamily="2" charset="0"/>
              </a:rPr>
              <a:t>3. Section Break- Heading – 44</a:t>
            </a:r>
          </a:p>
          <a:p>
            <a:pPr lvl="4"/>
            <a:r>
              <a:rPr lang="en-MM" sz="1400" dirty="0">
                <a:latin typeface="Helvetica" pitchFamily="2" charset="0"/>
              </a:rPr>
              <a:t>4. Content Slide- Heading -44</a:t>
            </a:r>
          </a:p>
          <a:p>
            <a:pPr lvl="4"/>
            <a:r>
              <a:rPr lang="en-MM" sz="1400" dirty="0">
                <a:latin typeface="Helvetica" pitchFamily="2" charset="0"/>
              </a:rPr>
              <a:t>	Subheading-32</a:t>
            </a:r>
          </a:p>
          <a:p>
            <a:pPr lvl="4"/>
            <a:r>
              <a:rPr lang="en-MM" sz="1400" dirty="0">
                <a:latin typeface="Helvetica" pitchFamily="2" charset="0"/>
              </a:rPr>
              <a:t>	Text -24</a:t>
            </a:r>
          </a:p>
          <a:p>
            <a:pPr marL="285764" indent="-285764">
              <a:buFont typeface="Wingdings" pitchFamily="2" charset="2"/>
              <a:buChar char="Ø"/>
            </a:pPr>
            <a:r>
              <a:rPr lang="en-MM" sz="1400" dirty="0">
                <a:latin typeface="Helvetica" pitchFamily="2" charset="0"/>
              </a:rPr>
              <a:t>Font colour – 1. If Background (White colour),</a:t>
            </a:r>
          </a:p>
          <a:p>
            <a:r>
              <a:rPr lang="en-MM" sz="1400" dirty="0">
                <a:latin typeface="Helvetica" pitchFamily="2" charset="0"/>
              </a:rPr>
              <a:t>Heading  - Logo “R” colour</a:t>
            </a:r>
          </a:p>
          <a:p>
            <a:pPr lvl="3"/>
            <a:r>
              <a:rPr lang="en-MM" sz="1400" dirty="0">
                <a:latin typeface="Helvetica" pitchFamily="2" charset="0"/>
              </a:rPr>
              <a:t>Sub-heading/Text – Logo “I” colour</a:t>
            </a:r>
          </a:p>
          <a:p>
            <a:pPr lvl="3"/>
            <a:r>
              <a:rPr lang="en-MM" sz="1400" dirty="0">
                <a:latin typeface="Helvetica" pitchFamily="2" charset="0"/>
              </a:rPr>
              <a:t>2. If Background ( Logo “E” colour),</a:t>
            </a:r>
          </a:p>
          <a:p>
            <a:pPr lvl="3"/>
            <a:r>
              <a:rPr lang="en-MM" sz="1400" dirty="0">
                <a:latin typeface="Helvetica" pitchFamily="2" charset="0"/>
              </a:rPr>
              <a:t>Heading/Sub-heading/ Text – White Colour</a:t>
            </a:r>
          </a:p>
          <a:p>
            <a:pPr marL="285764" indent="-285764">
              <a:buFont typeface="Wingdings" pitchFamily="2" charset="2"/>
              <a:buChar char="Ø"/>
            </a:pPr>
            <a:r>
              <a:rPr lang="en-MM" sz="1400" dirty="0">
                <a:latin typeface="Helvetica" pitchFamily="2" charset="0"/>
              </a:rPr>
              <a:t>Logo – Title Slide – Long horizontal (Upper Right corner (1:4.54 ratio)) with transparency 100% and white background)</a:t>
            </a:r>
          </a:p>
          <a:p>
            <a:r>
              <a:rPr lang="en-MM" sz="1400" dirty="0">
                <a:latin typeface="Helvetica" pitchFamily="2" charset="0"/>
              </a:rPr>
              <a:t>	Content Slides - Standard Logo (Upper Left corner (1:1.35 ratio) with transparency 50% and transparent background) (or)</a:t>
            </a:r>
          </a:p>
          <a:p>
            <a:r>
              <a:rPr lang="en-MM" sz="1400" dirty="0">
                <a:latin typeface="Helvetica" pitchFamily="2" charset="0"/>
              </a:rPr>
              <a:t>		   - Long horizontal Logo (Lower left corner (1:4.54 ratio) with transparency 50% and transparent background)</a:t>
            </a:r>
          </a:p>
          <a:p>
            <a:r>
              <a:rPr lang="en-MM" sz="1400" dirty="0">
                <a:latin typeface="Helvetica" pitchFamily="2" charset="0"/>
              </a:rPr>
              <a:t>	End Slide – Standard Logo (Upper Left corner (1:1.35 ratio) with transparency 100% and white background) (or)</a:t>
            </a:r>
          </a:p>
          <a:p>
            <a:r>
              <a:rPr lang="en-MM" sz="1400" dirty="0">
                <a:latin typeface="Helvetica" pitchFamily="2" charset="0"/>
              </a:rPr>
              <a:t>	</a:t>
            </a:r>
            <a:r>
              <a:rPr lang="my-MM" sz="1400" dirty="0">
                <a:latin typeface="Helvetica" pitchFamily="2" charset="0"/>
              </a:rPr>
              <a:t>	</a:t>
            </a:r>
            <a:r>
              <a:rPr lang="en-MM" sz="1400" dirty="0">
                <a:latin typeface="Helvetica" pitchFamily="2" charset="0"/>
              </a:rPr>
              <a:t>- Long horizontal Logo (Lower left corner (1:4.54 ratio) with transparency 100% and white background)</a:t>
            </a:r>
          </a:p>
          <a:p>
            <a:r>
              <a:rPr lang="my-MM" sz="1400" dirty="0">
                <a:latin typeface="Helvetica" pitchFamily="2" charset="0"/>
              </a:rPr>
              <a:t>		(</a:t>
            </a:r>
            <a:r>
              <a:rPr lang="en-US" sz="1400" dirty="0">
                <a:latin typeface="Helvetica" pitchFamily="2" charset="0"/>
              </a:rPr>
              <a:t>Remark: </a:t>
            </a:r>
            <a:r>
              <a:rPr lang="en-MM" sz="1400" dirty="0">
                <a:latin typeface="Helvetica" pitchFamily="2" charset="0"/>
              </a:rPr>
              <a:t>Use Consistent Logo  with Content Slides)</a:t>
            </a:r>
            <a:r>
              <a:rPr lang="my-MM" sz="1400" dirty="0">
                <a:latin typeface="Helvetica" pitchFamily="2" charset="0"/>
              </a:rPr>
              <a:t> </a:t>
            </a:r>
            <a:endParaRPr lang="en-US" sz="1400" dirty="0">
              <a:latin typeface="Helvetica" pitchFamily="2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54676775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2444569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820B799-796A-86D5-0B1D-F17674FA74B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M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8011A84-8FAE-50C4-B77B-DCB1A82D381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M" dirty="0"/>
          </a:p>
        </p:txBody>
      </p:sp>
    </p:spTree>
    <p:extLst>
      <p:ext uri="{BB962C8B-B14F-4D97-AF65-F5344CB8AC3E}">
        <p14:creationId xmlns:p14="http://schemas.microsoft.com/office/powerpoint/2010/main" val="21467932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659205-7E6A-64DA-4BC2-109D7880529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endParaRPr lang="en-MM" b="1" dirty="0">
              <a:solidFill>
                <a:srgbClr val="457FC1"/>
              </a:solidFill>
            </a:endParaRP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8E708D72-A420-4233-31C6-5273F4C94BE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AB55467-9FD8-FBEC-A9A0-CCBA8BFD2363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021DCB59-CFFD-DCCE-7CCE-F24FC446B15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413379756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EBF1B4C-D414-6EDB-B1F1-FFC1B06CA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/>
          <a:lstStyle/>
          <a:p>
            <a:pPr algn="ctr"/>
            <a:endParaRPr lang="en-MM" b="1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996F4E-79EE-49AC-A23A-DE829255410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 dirty="0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CCC637D3-1807-7B9A-4CE2-BB8A9F1118A5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34667140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37D08FE-38D4-B6A6-79FB-C6E4DF9DD6C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9A465DB-5FC6-4547-0AB1-85146E732470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422480013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459638F-0738-7020-9EE2-74EC4A56349D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7D78F8F-378F-CCA8-B304-6486C5E0B0E5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7FFE96FC-2532-B55E-5FD8-0B5DB813C0B6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77846BD-561B-5B42-28F1-CD3B3D5DD146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1276964852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439399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8237487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71818954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810267239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74501086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561642782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84327448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D9A4646-156A-67E6-8689-A3D8BD4152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00585312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14417027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CA06620-ADF5-2599-CF03-DFB099D1F27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C7FD9E6-4BB5-D14F-2174-CFD0150FF72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E9F3F75-71B0-F6CE-89E3-A37323B62C7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DB6B7B45-EAF5-99F9-F62A-A390010FF1CB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B5872A4-F82B-7CB1-8EAF-593E5F4C88E1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129229876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EEE77F-0E35-DC4D-0504-22EE95AFCE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7B5BF10-5CB6-7075-AA4C-1131F50F834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9E9A3F7A-884B-BDD2-3A29-86246DA73888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94804085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926055-649B-C6DE-721C-BEE880CD78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E3FD0A5-6F23-CEAB-F87F-75FE6B0E0DD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538596925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E0D49F-8693-0466-6EBB-1680038FEBB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706715547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44447843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260214206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ABA2-AEFE-75BA-81B1-37C0C600112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7C395E5-0547-A79D-23AC-C2588382DBF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104DF6F-771C-A0A1-5BC4-A00D70CA1AC5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1551350985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512EB56-AF41-8A0C-D993-E240934909D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2A4370E-BAEA-D8CF-5D5C-30CA3787AD9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76631197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57627550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98593302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F0504F-E3BE-AA99-F41C-FD502648875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574813154"/>
      </p:ext>
    </p:extLst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70E6C67-A2CF-F4A1-48E1-D1D2C111492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4013032730"/>
      </p:ext>
    </p:extLst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99508984"/>
      </p:ext>
    </p:extLst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18891531"/>
      </p:ext>
    </p:extLst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44642785"/>
      </p:ext>
    </p:ext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08540674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CB43B56B-CC6E-710E-0B57-808A0342FAE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61DB2B99-54AE-E041-0D2A-4714D90A1B2F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65F8B3B-23A3-D1FF-2CCD-D68F7F397823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FC0CC3E-96E9-F98B-8AC1-70E5020AE11D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2713021316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A4602F7-C50C-5D38-88ED-584CBFBDF8C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1840968787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F1A1ECAA-BB9B-53D4-97ED-C1519CC9017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B9B49046-683A-FF46-A53F-5581977A280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127424036"/>
      </p:ext>
    </p:extLst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D20E8587-47DB-A208-BF6F-A1FF0787F7B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5571D8C-66EF-94C7-AB3A-91D8EDF6A5F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518328421"/>
      </p:ext>
    </p:extLst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8D06D45-6A0F-8B2D-55ED-1298096F1AF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095DB45-8E0D-278F-02A9-FE1DAD7D6777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697610910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FC37AF1-16D7-8AC6-A5A8-EB5FB17EF90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147487989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CD11AF9-ED17-08E4-6361-C69E2D473A6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6CD99E7-0E0D-2319-E6F9-08D0E909479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784696869"/>
      </p:ext>
    </p:extLst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CA9F0759-BB93-1187-1752-644E13606D5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452683514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44758628"/>
      </p:ext>
    </p:extLst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486269489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6FB4939E-476F-AB4B-C386-4167F2F8636F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2E13AD3-72F4-7E5B-9CF2-44DB0BEDFBCF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3F0293A-B242-4027-F861-1016ABFE4EB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8D978D6E-03B9-7348-1271-D39491CE737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275248509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4171F54-A473-9B7F-48A5-A03BE6794219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75507B3-D429-2BE5-151D-40F70E1D49B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61334151"/>
      </p:ext>
    </p:extLst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D2FE2912-585A-F706-3F96-2218CB5353F2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548079556"/>
      </p:ext>
    </p:extLst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454FE18-C6DF-6AB8-7416-C79DEAD0A835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F808B98-4910-F6A0-68D6-559CC28BF4C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B67F86F-7E3C-639F-8B55-903E0F57E6E1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3674243171"/>
      </p:ext>
    </p:extLst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5910A34B-F863-7978-B06E-DB16F9391F2B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9161673-7666-97F1-3FCF-7323037130F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524005176"/>
      </p:ext>
    </p:extLst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E84D9F3E-D0C7-9A1C-B76F-9F93D7F5B556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414125303"/>
      </p:ext>
    </p:extLst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814610"/>
      </p:ext>
    </p:extLst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38B5497-D0E7-E4D6-3FB1-CA1FAE8FBD9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32E8CF0-08CF-C36D-E9F4-00E166925ACA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630103925"/>
      </p:ext>
    </p:extLst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E48672D-F1B6-495A-AB64-B3984C18293C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39903F-07BD-7D88-3740-F9970ADA4EF7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183E43A-CD06-E9B6-70AB-CB4FB32A5B0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1335193A-FCFE-5218-CDA3-4F9DC2975CB4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2780301480"/>
      </p:ext>
    </p:extLst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22495607"/>
      </p:ext>
    </p:extLst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63751990"/>
      </p:ext>
    </p:extLst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379B09D-E02F-FFAF-7A3F-0FD034E15E82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D1C7A4E-58B7-6C6F-795B-E9EDCF3CA4EF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4262740782"/>
      </p:ext>
    </p:extLst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1D7867-E164-A3A6-E097-0652607B3FB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EF0DC9D-149D-89C3-E683-36A0DC951199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172C9AB8-089C-DB47-0878-EB8AB2406471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223FB8D-FE5D-A942-AAA0-A8ED53AAE765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103880168"/>
      </p:ext>
    </p:extLst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D88306E-1F60-03D7-E11E-46A0BA32452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19CE3D-4BDB-9009-CAFD-6AB93C84165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3684653-8CE7-B0A5-F8FA-B109F523D4B2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874173614"/>
      </p:ext>
    </p:extLst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8537734C-1792-8869-B2FE-E45A72D05711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DF96A1B-EBD8-D90A-7B06-5884E61AD966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/>
      </p:sp>
    </p:spTree>
    <p:extLst>
      <p:ext uri="{BB962C8B-B14F-4D97-AF65-F5344CB8AC3E}">
        <p14:creationId xmlns:p14="http://schemas.microsoft.com/office/powerpoint/2010/main" val="3703602069"/>
      </p:ext>
    </p:extLst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2C7CA5E6-5162-0C5C-6B84-81C1106FFC1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1C999E8-B302-09B5-CC19-41FCBECA97A3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8C8D0BF8-BF5A-F2E8-C476-1E99096C7B9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8ED7FA6-277B-6F78-231E-F34FAC4F0D88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2912804688"/>
      </p:ext>
    </p:extLst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649763"/>
      </p:ext>
    </p:extLst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246782472"/>
      </p:ext>
    </p:extLst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B488DA-CB7D-660B-EC60-1C9EFB62B4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424530658"/>
      </p:ext>
    </p:extLst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24740008"/>
      </p:ext>
    </p:extLst>
  </p:cSld>
  <p:clrMapOvr>
    <a:masterClrMapping/>
  </p:clrMapOvr>
</p:sld>
</file>

<file path=ppt/slides/slide6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DC7380-0271-F5E2-6341-8CF0C5B9984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8DA3E30-3588-2EAB-FA0F-6DD074414B01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10FEA6F-16DD-5E08-B0B4-C2E3BCD20CBB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2B1C4F2-4AD7-D493-1CFC-99D54BF31F8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CF52BFF-1D5F-434D-F305-9DD5872EF692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592244450"/>
      </p:ext>
    </p:extLst>
  </p:cSld>
  <p:clrMapOvr>
    <a:masterClrMapping/>
  </p:clrMapOvr>
</p:sld>
</file>

<file path=ppt/slides/slide6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986677E-0413-BEC3-E710-D9811054FE3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5B3E32F-2467-B129-934E-8CD9D5FD112C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58170BC-1C19-3523-65D7-735699780F7A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589094256"/>
      </p:ext>
    </p:extLst>
  </p:cSld>
  <p:clrMapOvr>
    <a:masterClrMapping/>
  </p:clrMapOvr>
</p:sld>
</file>

<file path=ppt/slides/slide6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1D5D9B8-CFAD-2959-7732-7A717DEC804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3B49B9A-5297-7D8C-B1CF-386CA0D05D0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1194256099"/>
      </p:ext>
    </p:extLst>
  </p:cSld>
  <p:clrMapOvr>
    <a:masterClrMapping/>
  </p:clrMapOvr>
</p:sld>
</file>

<file path=ppt/slides/slide6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C032EB9-2036-CC93-58CC-1FFFD6D4957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538785963"/>
      </p:ext>
    </p:extLst>
  </p:cSld>
  <p:clrMapOvr>
    <a:masterClrMapping/>
  </p:clrMapOvr>
</p:sld>
</file>

<file path=ppt/slides/slide6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488247200"/>
      </p:ext>
    </p:extLst>
  </p:cSld>
  <p:clrMapOvr>
    <a:masterClrMapping/>
  </p:clrMapOvr>
</p:sld>
</file>

<file path=ppt/slides/slide6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9BBA198-5A76-70A5-345C-41D862F59EE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708043D-8268-237C-1A81-23C71F12856A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0F2BDA48-717D-45AD-45BC-6D570BB9B51C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95830704"/>
      </p:ext>
    </p:extLst>
  </p:cSld>
  <p:clrMapOvr>
    <a:masterClrMapping/>
  </p:clrMapOvr>
</p:sld>
</file>

<file path=ppt/slides/slide6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84E645-4F8A-7B52-ECE7-569CEEED404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CA5EE91-99C7-6559-F92D-59EB1851B6E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1294340853"/>
      </p:ext>
    </p:extLst>
  </p:cSld>
  <p:clrMapOvr>
    <a:masterClrMapping/>
  </p:clrMapOvr>
</p:sld>
</file>

<file path=ppt/slides/slide7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08614359"/>
      </p:ext>
    </p:extLst>
  </p:cSld>
  <p:clrMapOvr>
    <a:masterClrMapping/>
  </p:clrMapOvr>
</p:sld>
</file>

<file path=ppt/slides/slide7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62420979"/>
      </p:ext>
    </p:extLst>
  </p:cSld>
  <p:clrMapOvr>
    <a:masterClrMapping/>
  </p:clrMapOvr>
</p:sld>
</file>

<file path=ppt/slides/slide7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7DC8472-26BC-5002-851C-32B985D660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401314431"/>
      </p:ext>
    </p:extLst>
  </p:cSld>
  <p:clrMapOvr>
    <a:masterClrMapping/>
  </p:clrMapOvr>
</p:sld>
</file>

<file path=ppt/slides/slide7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79074818"/>
      </p:ext>
    </p:extLst>
  </p:cSld>
  <p:clrMapOvr>
    <a:masterClrMapping/>
  </p:clrMapOvr>
</p:sld>
</file>

<file path=ppt/slides/slide7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134761677"/>
      </p:ext>
    </p:extLst>
  </p:cSld>
  <p:clrMapOvr>
    <a:masterClrMapping/>
  </p:clrMapOvr>
</p:sld>
</file>

<file path=ppt/slides/slide7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10003943"/>
      </p:ext>
    </p:extLst>
  </p:cSld>
  <p:clrMapOvr>
    <a:masterClrMapping/>
  </p:clrMapOvr>
</p:sld>
</file>

<file path=ppt/slides/slide7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632497182"/>
      </p:ext>
    </p:extLst>
  </p:cSld>
  <p:clrMapOvr>
    <a:masterClrMapping/>
  </p:clrMapOvr>
</p:sld>
</file>

<file path=ppt/slides/slide7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icture Placeholder 1">
            <a:extLst>
              <a:ext uri="{FF2B5EF4-FFF2-40B4-BE49-F238E27FC236}">
                <a16:creationId xmlns:a16="http://schemas.microsoft.com/office/drawing/2014/main" id="{1354C2BE-98DD-EEEC-2F31-71298500610D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FC15F864-59E3-8A3A-5D0E-4EA555CB11C2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680B7054-E659-FBEA-90FC-AFCF3D0AEAC8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CF2A595C-0D36-8F26-F7EF-A118684A4FFE}"/>
              </a:ext>
            </a:extLst>
          </p:cNvPr>
          <p:cNvSpPr>
            <a:spLocks noGrp="1"/>
          </p:cNvSpPr>
          <p:nvPr>
            <p:ph type="pic" sz="quarter" idx="17"/>
          </p:nvPr>
        </p:nvSpPr>
        <p:spPr/>
      </p:sp>
    </p:spTree>
    <p:extLst>
      <p:ext uri="{BB962C8B-B14F-4D97-AF65-F5344CB8AC3E}">
        <p14:creationId xmlns:p14="http://schemas.microsoft.com/office/powerpoint/2010/main" val="1797157026"/>
      </p:ext>
    </p:extLst>
  </p:cSld>
  <p:clrMapOvr>
    <a:masterClrMapping/>
  </p:clrMapOvr>
</p:sld>
</file>

<file path=ppt/slides/slide7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CC668C-7839-7FDA-D2BB-C505CED842D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1336911275"/>
      </p:ext>
    </p:extLst>
  </p:cSld>
  <p:clrMapOvr>
    <a:masterClrMapping/>
  </p:clrMapOvr>
</p:sld>
</file>

<file path=ppt/slides/slide7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79261AF6-D894-D829-03BC-0E56A04A088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5B0583-EA5A-D98C-9AB9-9EC3C72B6C1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056999520"/>
      </p:ext>
    </p:extLst>
  </p:cSld>
  <p:clrMapOvr>
    <a:masterClrMapping/>
  </p:clrMapOvr>
</p:sld>
</file>

<file path=ppt/slides/slide8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A8AD3760-31F3-9B9E-3665-A10D71B04B8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75455E-069A-DE34-A5C8-B2FB337C6668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859638452"/>
      </p:ext>
    </p:extLst>
  </p:cSld>
  <p:clrMapOvr>
    <a:masterClrMapping/>
  </p:clrMapOvr>
</p:sld>
</file>

<file path=ppt/slides/slide8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23B4E85D-2DE6-D1FE-2344-D19BB585B92A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00C75C7-9A3C-8B99-EFB5-7D54B1C334A5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833693622"/>
      </p:ext>
    </p:extLst>
  </p:cSld>
  <p:clrMapOvr>
    <a:masterClrMapping/>
  </p:clrMapOvr>
</p:sld>
</file>

<file path=ppt/slides/slide8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E3C3813D-C69D-9D16-4B96-B8F32DCF7770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181527921"/>
      </p:ext>
    </p:extLst>
  </p:cSld>
  <p:clrMapOvr>
    <a:masterClrMapping/>
  </p:clrMapOvr>
</p:sld>
</file>

<file path=ppt/slides/slide8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9CD5739-6A39-6123-9314-F70CFB17C067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622EF79-EA97-E90F-2AA7-65BDE2E99FA6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860676784"/>
      </p:ext>
    </p:extLst>
  </p:cSld>
  <p:clrMapOvr>
    <a:masterClrMapping/>
  </p:clrMapOvr>
</p:sld>
</file>

<file path=ppt/slides/slide8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AE4AE2FF-1758-E952-CC63-FA618C705E74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536213516"/>
      </p:ext>
    </p:extLst>
  </p:cSld>
  <p:clrMapOvr>
    <a:masterClrMapping/>
  </p:clrMapOvr>
</p:sld>
</file>

<file path=ppt/slides/slide8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991484291"/>
      </p:ext>
    </p:extLst>
  </p:cSld>
  <p:clrMapOvr>
    <a:masterClrMapping/>
  </p:clrMapOvr>
</p:sld>
</file>

<file path=ppt/slides/slide8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70509665"/>
      </p:ext>
    </p:extLst>
  </p:cSld>
  <p:clrMapOvr>
    <a:masterClrMapping/>
  </p:clrMapOvr>
</p:sld>
</file>

<file path=ppt/slides/slide8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44D6F14B-96C4-8AEC-D3B1-304AFBFFAC8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B870A5F-E396-DACD-65AD-BF618E1A28C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20451D2-72E1-A480-D6F9-5147A069456A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5" name="Content Placeholder 4">
            <a:extLst>
              <a:ext uri="{FF2B5EF4-FFF2-40B4-BE49-F238E27FC236}">
                <a16:creationId xmlns:a16="http://schemas.microsoft.com/office/drawing/2014/main" id="{255AF288-CA1D-529A-5452-58C99F02FE6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857362035"/>
      </p:ext>
    </p:extLst>
  </p:cSld>
  <p:clrMapOvr>
    <a:masterClrMapping/>
  </p:clrMapOvr>
</p:sld>
</file>

<file path=ppt/slides/slide8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705D3AB0-859E-739D-C61D-675DB56D5261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57BC0A8-A103-48E9-CFC6-5FB02BA4BB99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260418728"/>
      </p:ext>
    </p:extLst>
  </p:cSld>
  <p:clrMapOvr>
    <a:masterClrMapping/>
  </p:clrMapOvr>
</p:sld>
</file>

<file path=ppt/slides/slide8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4C1F3FCC-9CEF-08E1-8059-81FFA95BAF7D}"/>
              </a:ext>
            </a:extLst>
          </p:cNvPr>
          <p:cNvSpPr>
            <a:spLocks noGrp="1"/>
          </p:cNvSpPr>
          <p:nvPr>
            <p:ph sz="half" idx="2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3422463896"/>
      </p:ext>
    </p:extLst>
  </p:cSld>
  <p:clrMapOvr>
    <a:masterClrMapping/>
  </p:clrMapOvr>
</p:sld>
</file>

<file path=ppt/slides/slide9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33727F1-1A60-0A66-89C4-A4DFD08722B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46F5BBCD-CBFF-9543-F9FF-F1340A73A6D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F63BCDD0-EA31-8422-7D3A-8F74513AED5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313600479"/>
      </p:ext>
    </p:extLst>
  </p:cSld>
  <p:clrMapOvr>
    <a:masterClrMapping/>
  </p:clrMapOvr>
</p:sld>
</file>

<file path=ppt/slides/slide9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3A13D263-CE08-7F43-C92A-FBC76A1E67A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7F045DAB-1A5D-C1DE-EB0D-FB8B18E483A2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3174307697"/>
      </p:ext>
    </p:extLst>
  </p:cSld>
  <p:clrMapOvr>
    <a:masterClrMapping/>
  </p:clrMapOvr>
</p:sld>
</file>

<file path=ppt/slides/slide9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Placeholder 1">
            <a:extLst>
              <a:ext uri="{FF2B5EF4-FFF2-40B4-BE49-F238E27FC236}">
                <a16:creationId xmlns:a16="http://schemas.microsoft.com/office/drawing/2014/main" id="{5F16BB4F-F913-230A-33B9-A2B66F8EF59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MM"/>
          </a:p>
        </p:txBody>
      </p:sp>
    </p:spTree>
    <p:extLst>
      <p:ext uri="{BB962C8B-B14F-4D97-AF65-F5344CB8AC3E}">
        <p14:creationId xmlns:p14="http://schemas.microsoft.com/office/powerpoint/2010/main" val="825215183"/>
      </p:ext>
    </p:extLst>
  </p:cSld>
  <p:clrMapOvr>
    <a:masterClrMapping/>
  </p:clrMapOvr>
</p:sld>
</file>

<file path=ppt/slides/slide9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652348263"/>
      </p:ext>
    </p:extLst>
  </p:cSld>
  <p:clrMapOvr>
    <a:masterClrMapping/>
  </p:clrMapOvr>
</p:sld>
</file>

<file path=ppt/slides/slide9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1477F266-5F6C-6538-5C50-57BA9555346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DD122547-31B8-0252-D877-CBBCFDBCFA93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</p:spTree>
    <p:extLst>
      <p:ext uri="{BB962C8B-B14F-4D97-AF65-F5344CB8AC3E}">
        <p14:creationId xmlns:p14="http://schemas.microsoft.com/office/powerpoint/2010/main" val="1616958254"/>
      </p:ext>
    </p:extLst>
  </p:cSld>
  <p:clrMapOvr>
    <a:masterClrMapping/>
  </p:clrMapOvr>
</p:sld>
</file>

<file path=ppt/slides/slide9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Content Placeholder 1">
            <a:extLst>
              <a:ext uri="{FF2B5EF4-FFF2-40B4-BE49-F238E27FC236}">
                <a16:creationId xmlns:a16="http://schemas.microsoft.com/office/drawing/2014/main" id="{69DB76E2-F37E-314A-F9AB-62B33924E3F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D0F9FBAA-1FF0-D577-14C7-1EE3E4A5CD24}"/>
              </a:ext>
            </a:extLst>
          </p:cNvPr>
          <p:cNvSpPr>
            <a:spLocks noGrp="1"/>
          </p:cNvSpPr>
          <p:nvPr>
            <p:ph idx="13"/>
          </p:nvPr>
        </p:nvSpPr>
        <p:spPr/>
        <p:txBody>
          <a:bodyPr/>
          <a:lstStyle/>
          <a:p>
            <a:endParaRPr lang="en-MM"/>
          </a:p>
        </p:txBody>
      </p:sp>
      <p:sp>
        <p:nvSpPr>
          <p:cNvPr id="4" name="Picture Placeholder 3">
            <a:extLst>
              <a:ext uri="{FF2B5EF4-FFF2-40B4-BE49-F238E27FC236}">
                <a16:creationId xmlns:a16="http://schemas.microsoft.com/office/drawing/2014/main" id="{D7CB9211-2F7C-4BE7-9A62-0D10B51E6BD9}"/>
              </a:ext>
            </a:extLst>
          </p:cNvPr>
          <p:cNvSpPr>
            <a:spLocks noGrp="1"/>
          </p:cNvSpPr>
          <p:nvPr>
            <p:ph type="pic" sz="quarter" idx="14"/>
          </p:nvPr>
        </p:nvSpPr>
        <p:spPr/>
      </p:sp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21595C50-E105-9B15-85EA-01C7E3B0CDD7}"/>
              </a:ext>
            </a:extLst>
          </p:cNvPr>
          <p:cNvSpPr>
            <a:spLocks noGrp="1"/>
          </p:cNvSpPr>
          <p:nvPr>
            <p:ph type="pic" sz="quarter" idx="15"/>
          </p:nvPr>
        </p:nvSpPr>
        <p:spPr/>
      </p:sp>
    </p:spTree>
    <p:extLst>
      <p:ext uri="{BB962C8B-B14F-4D97-AF65-F5344CB8AC3E}">
        <p14:creationId xmlns:p14="http://schemas.microsoft.com/office/powerpoint/2010/main" val="1007710270"/>
      </p:ext>
    </p:extLst>
  </p:cSld>
  <p:clrMapOvr>
    <a:masterClrMapping/>
  </p:clrMapOvr>
</p:sld>
</file>

<file path=ppt/slides/slide9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79831276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ustom 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51</TotalTime>
  <Words>251</Words>
  <Application>Microsoft Macintosh PowerPoint</Application>
  <PresentationFormat>Widescreen</PresentationFormat>
  <Paragraphs>25</Paragraphs>
  <Slides>96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9</vt:i4>
      </vt:variant>
      <vt:variant>
        <vt:lpstr>Theme</vt:lpstr>
      </vt:variant>
      <vt:variant>
        <vt:i4>2</vt:i4>
      </vt:variant>
      <vt:variant>
        <vt:lpstr>Slide Titles</vt:lpstr>
      </vt:variant>
      <vt:variant>
        <vt:i4>96</vt:i4>
      </vt:variant>
    </vt:vector>
  </HeadingPairs>
  <TitlesOfParts>
    <vt:vector size="107" baseType="lpstr">
      <vt:lpstr>Arial</vt:lpstr>
      <vt:lpstr>Calibri</vt:lpstr>
      <vt:lpstr>Calibri Light</vt:lpstr>
      <vt:lpstr>Helvetica</vt:lpstr>
      <vt:lpstr>Helvetica World</vt:lpstr>
      <vt:lpstr>Helvetica World Bold</vt:lpstr>
      <vt:lpstr>Roboto</vt:lpstr>
      <vt:lpstr>Roboto Bold</vt:lpstr>
      <vt:lpstr>Wingdings</vt:lpstr>
      <vt:lpstr>Office Theme</vt:lpstr>
      <vt:lpstr>Custom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Dr. Ei Phyu Htwe</dc:creator>
  <cp:lastModifiedBy>Dr. Ei Phyu Htwe</cp:lastModifiedBy>
  <cp:revision>6</cp:revision>
  <dcterms:created xsi:type="dcterms:W3CDTF">2025-06-29T13:18:42Z</dcterms:created>
  <dcterms:modified xsi:type="dcterms:W3CDTF">2025-06-29T14:17:27Z</dcterms:modified>
</cp:coreProperties>
</file>